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6" r:id="rId6"/>
    <p:sldId id="261" r:id="rId7"/>
    <p:sldId id="263" r:id="rId8"/>
    <p:sldId id="267" r:id="rId9"/>
    <p:sldId id="268" r:id="rId10"/>
    <p:sldId id="269" r:id="rId11"/>
    <p:sldId id="270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167A0B-5F3B-4D42-97CE-E685D2A057AE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912E2B-C3B9-4370-8498-74C9B84FEA02}">
      <dgm:prSet/>
      <dgm:spPr/>
      <dgm:t>
        <a:bodyPr/>
        <a:lstStyle/>
        <a:p>
          <a:r>
            <a:rPr lang="en-US" dirty="0"/>
            <a:t>Ms. </a:t>
          </a:r>
          <a:r>
            <a:rPr lang="en-US" b="0" i="0" dirty="0"/>
            <a:t>Khushi Vishwakarma</a:t>
          </a:r>
          <a:endParaRPr lang="en-US" dirty="0"/>
        </a:p>
      </dgm:t>
    </dgm:pt>
    <dgm:pt modelId="{AE510CD6-8A6A-4B6D-A0D5-FC17E3B94EE2}" type="parTrans" cxnId="{5570E7B3-E97C-4596-BE1E-5C4BE5AE6108}">
      <dgm:prSet/>
      <dgm:spPr/>
      <dgm:t>
        <a:bodyPr/>
        <a:lstStyle/>
        <a:p>
          <a:endParaRPr lang="en-US"/>
        </a:p>
      </dgm:t>
    </dgm:pt>
    <dgm:pt modelId="{023798C3-D995-4535-875A-49192B670FB4}" type="sibTrans" cxnId="{5570E7B3-E97C-4596-BE1E-5C4BE5AE6108}">
      <dgm:prSet/>
      <dgm:spPr/>
      <dgm:t>
        <a:bodyPr/>
        <a:lstStyle/>
        <a:p>
          <a:endParaRPr lang="en-US"/>
        </a:p>
      </dgm:t>
    </dgm:pt>
    <dgm:pt modelId="{81794CC9-B67B-4D50-A75E-1A82466C014C}">
      <dgm:prSet/>
      <dgm:spPr/>
      <dgm:t>
        <a:bodyPr/>
        <a:lstStyle/>
        <a:p>
          <a:r>
            <a:rPr lang="en-US" dirty="0"/>
            <a:t>Mr. </a:t>
          </a:r>
          <a:r>
            <a:rPr lang="en-US" b="0" i="0" dirty="0"/>
            <a:t>Akash Kumar</a:t>
          </a:r>
          <a:endParaRPr lang="en-US" dirty="0"/>
        </a:p>
      </dgm:t>
    </dgm:pt>
    <dgm:pt modelId="{162CB245-3896-4269-AAF7-1396772A1B04}" type="parTrans" cxnId="{F69E08B0-A84D-4B6B-A3A0-B82B28C018C7}">
      <dgm:prSet/>
      <dgm:spPr/>
      <dgm:t>
        <a:bodyPr/>
        <a:lstStyle/>
        <a:p>
          <a:endParaRPr lang="en-US"/>
        </a:p>
      </dgm:t>
    </dgm:pt>
    <dgm:pt modelId="{65C5E014-BFBC-4DA3-BB5C-9772E0A9B209}" type="sibTrans" cxnId="{F69E08B0-A84D-4B6B-A3A0-B82B28C018C7}">
      <dgm:prSet/>
      <dgm:spPr/>
      <dgm:t>
        <a:bodyPr/>
        <a:lstStyle/>
        <a:p>
          <a:endParaRPr lang="en-US"/>
        </a:p>
      </dgm:t>
    </dgm:pt>
    <dgm:pt modelId="{8338EAF6-B192-46A6-8538-076F6D1AEEFE}">
      <dgm:prSet/>
      <dgm:spPr/>
      <dgm:t>
        <a:bodyPr/>
        <a:lstStyle/>
        <a:p>
          <a:r>
            <a:rPr lang="en-US" dirty="0"/>
            <a:t>Ms. </a:t>
          </a:r>
          <a:r>
            <a:rPr lang="en-US" b="0" i="0" dirty="0"/>
            <a:t>Akumalla Jahnavi</a:t>
          </a:r>
          <a:endParaRPr lang="en-US" dirty="0"/>
        </a:p>
      </dgm:t>
    </dgm:pt>
    <dgm:pt modelId="{45C54397-FF60-499B-9609-26A1E332E665}" type="parTrans" cxnId="{599D1466-E672-443E-878C-59CD579B02D9}">
      <dgm:prSet/>
      <dgm:spPr/>
      <dgm:t>
        <a:bodyPr/>
        <a:lstStyle/>
        <a:p>
          <a:endParaRPr lang="en-US"/>
        </a:p>
      </dgm:t>
    </dgm:pt>
    <dgm:pt modelId="{B24D44A6-1EB2-4EA7-9BB3-38648A45168A}" type="sibTrans" cxnId="{599D1466-E672-443E-878C-59CD579B02D9}">
      <dgm:prSet/>
      <dgm:spPr/>
      <dgm:t>
        <a:bodyPr/>
        <a:lstStyle/>
        <a:p>
          <a:endParaRPr lang="en-US"/>
        </a:p>
      </dgm:t>
    </dgm:pt>
    <dgm:pt modelId="{6C95CB85-182F-419C-9164-7E8AFF3A4555}">
      <dgm:prSet/>
      <dgm:spPr/>
      <dgm:t>
        <a:bodyPr/>
        <a:lstStyle/>
        <a:p>
          <a:r>
            <a:rPr lang="en-US" dirty="0"/>
            <a:t>Ms. </a:t>
          </a:r>
          <a:r>
            <a:rPr lang="en-US" b="0" i="0" dirty="0"/>
            <a:t>Mangala Patil</a:t>
          </a:r>
          <a:endParaRPr lang="en-US" dirty="0"/>
        </a:p>
      </dgm:t>
    </dgm:pt>
    <dgm:pt modelId="{0863B916-8D9C-4528-812F-C72D6CF55950}" type="parTrans" cxnId="{6E0BA1AB-4A6E-4CF5-BAA9-B7F0826E4BEA}">
      <dgm:prSet/>
      <dgm:spPr/>
      <dgm:t>
        <a:bodyPr/>
        <a:lstStyle/>
        <a:p>
          <a:endParaRPr lang="en-US"/>
        </a:p>
      </dgm:t>
    </dgm:pt>
    <dgm:pt modelId="{3BEE0FFF-30B1-4019-8B0A-29742094817B}" type="sibTrans" cxnId="{6E0BA1AB-4A6E-4CF5-BAA9-B7F0826E4BEA}">
      <dgm:prSet/>
      <dgm:spPr/>
      <dgm:t>
        <a:bodyPr/>
        <a:lstStyle/>
        <a:p>
          <a:endParaRPr lang="en-US"/>
        </a:p>
      </dgm:t>
    </dgm:pt>
    <dgm:pt modelId="{286849E8-80E6-4A3E-BD4A-2531A0F8B858}">
      <dgm:prSet/>
      <dgm:spPr/>
      <dgm:t>
        <a:bodyPr/>
        <a:lstStyle/>
        <a:p>
          <a:r>
            <a:rPr lang="en-US" dirty="0"/>
            <a:t>Mr. </a:t>
          </a:r>
          <a:r>
            <a:rPr lang="en-US" b="0" i="0" dirty="0"/>
            <a:t>Shubham Ramesh Uppar</a:t>
          </a:r>
          <a:endParaRPr lang="en-US" dirty="0"/>
        </a:p>
      </dgm:t>
    </dgm:pt>
    <dgm:pt modelId="{F60245AF-A351-4A85-8549-AEB4A6E3B781}" type="parTrans" cxnId="{8573F5DD-0588-4EAD-968D-5DE961DEA5F6}">
      <dgm:prSet/>
      <dgm:spPr/>
      <dgm:t>
        <a:bodyPr/>
        <a:lstStyle/>
        <a:p>
          <a:endParaRPr lang="en-US"/>
        </a:p>
      </dgm:t>
    </dgm:pt>
    <dgm:pt modelId="{D150A74F-C176-44C9-A7F0-81034693E6CA}" type="sibTrans" cxnId="{8573F5DD-0588-4EAD-968D-5DE961DEA5F6}">
      <dgm:prSet/>
      <dgm:spPr/>
      <dgm:t>
        <a:bodyPr/>
        <a:lstStyle/>
        <a:p>
          <a:endParaRPr lang="en-US"/>
        </a:p>
      </dgm:t>
    </dgm:pt>
    <dgm:pt modelId="{E22E8D07-E545-4576-B577-AE8B5F73199F}">
      <dgm:prSet/>
      <dgm:spPr/>
      <dgm:t>
        <a:bodyPr/>
        <a:lstStyle/>
        <a:p>
          <a:r>
            <a:rPr lang="en-US" dirty="0"/>
            <a:t>Mr. </a:t>
          </a:r>
          <a:r>
            <a:rPr lang="en-US" b="0" i="0" dirty="0"/>
            <a:t>Harsh Burman</a:t>
          </a:r>
          <a:endParaRPr lang="en-US" dirty="0"/>
        </a:p>
      </dgm:t>
    </dgm:pt>
    <dgm:pt modelId="{795F6A3D-99E1-4F8D-B7D8-EDBCEA8E0554}" type="parTrans" cxnId="{97B8292D-CE27-4506-BD47-D67D21CA1424}">
      <dgm:prSet/>
      <dgm:spPr/>
      <dgm:t>
        <a:bodyPr/>
        <a:lstStyle/>
        <a:p>
          <a:endParaRPr lang="en-US"/>
        </a:p>
      </dgm:t>
    </dgm:pt>
    <dgm:pt modelId="{C2931D87-9BAC-4063-A830-5F0CCB28DB69}" type="sibTrans" cxnId="{97B8292D-CE27-4506-BD47-D67D21CA1424}">
      <dgm:prSet/>
      <dgm:spPr/>
      <dgm:t>
        <a:bodyPr/>
        <a:lstStyle/>
        <a:p>
          <a:endParaRPr lang="en-US"/>
        </a:p>
      </dgm:t>
    </dgm:pt>
    <dgm:pt modelId="{F02E9BEF-767F-41B2-B6E6-95598DF44BE6}">
      <dgm:prSet/>
      <dgm:spPr/>
      <dgm:t>
        <a:bodyPr/>
        <a:lstStyle/>
        <a:p>
          <a:r>
            <a:rPr lang="en-US" dirty="0"/>
            <a:t>Mentors:</a:t>
          </a:r>
        </a:p>
      </dgm:t>
    </dgm:pt>
    <dgm:pt modelId="{C223A26E-E5CF-46E6-9BAE-3C0827B70B2A}" type="parTrans" cxnId="{7730ED83-E2BE-4EA9-AEE0-B221C9F77048}">
      <dgm:prSet/>
      <dgm:spPr/>
      <dgm:t>
        <a:bodyPr/>
        <a:lstStyle/>
        <a:p>
          <a:endParaRPr lang="en-US"/>
        </a:p>
      </dgm:t>
    </dgm:pt>
    <dgm:pt modelId="{491BB18B-6F9A-4477-98E9-62CD0BB05D1F}" type="sibTrans" cxnId="{7730ED83-E2BE-4EA9-AEE0-B221C9F77048}">
      <dgm:prSet/>
      <dgm:spPr/>
      <dgm:t>
        <a:bodyPr/>
        <a:lstStyle/>
        <a:p>
          <a:endParaRPr lang="en-US"/>
        </a:p>
      </dgm:t>
    </dgm:pt>
    <dgm:pt modelId="{27D51961-016B-44AC-B1A2-B87048222154}">
      <dgm:prSet/>
      <dgm:spPr/>
      <dgm:t>
        <a:bodyPr/>
        <a:lstStyle/>
        <a:p>
          <a:r>
            <a:rPr lang="en-US"/>
            <a:t>Mr. Mahendra Singh</a:t>
          </a:r>
        </a:p>
      </dgm:t>
    </dgm:pt>
    <dgm:pt modelId="{1D7A5022-289E-4DEE-A9EC-9990C1F6219F}" type="parTrans" cxnId="{42246095-AC5C-44AF-A6C0-CB77A337E319}">
      <dgm:prSet/>
      <dgm:spPr/>
      <dgm:t>
        <a:bodyPr/>
        <a:lstStyle/>
        <a:p>
          <a:endParaRPr lang="en-US"/>
        </a:p>
      </dgm:t>
    </dgm:pt>
    <dgm:pt modelId="{7E47B8AA-BFA5-4E06-A72C-BB566942B021}" type="sibTrans" cxnId="{42246095-AC5C-44AF-A6C0-CB77A337E319}">
      <dgm:prSet/>
      <dgm:spPr/>
      <dgm:t>
        <a:bodyPr/>
        <a:lstStyle/>
        <a:p>
          <a:endParaRPr lang="en-US"/>
        </a:p>
      </dgm:t>
    </dgm:pt>
    <dgm:pt modelId="{A8EBFBF0-0565-4FCD-AFA8-523E4CFDB7FD}">
      <dgm:prSet/>
      <dgm:spPr/>
      <dgm:t>
        <a:bodyPr/>
        <a:lstStyle/>
        <a:p>
          <a:r>
            <a:rPr lang="en-US"/>
            <a:t>Ms. Abirami R</a:t>
          </a:r>
        </a:p>
      </dgm:t>
    </dgm:pt>
    <dgm:pt modelId="{DAB442C1-D8C4-4478-8602-E503227C7F4D}" type="parTrans" cxnId="{EDA7C269-0D1B-4BA5-B270-D8CE7FCF07C0}">
      <dgm:prSet/>
      <dgm:spPr/>
      <dgm:t>
        <a:bodyPr/>
        <a:lstStyle/>
        <a:p>
          <a:endParaRPr lang="en-US"/>
        </a:p>
      </dgm:t>
    </dgm:pt>
    <dgm:pt modelId="{06061048-D561-43F3-94B1-A122A4807B8B}" type="sibTrans" cxnId="{EDA7C269-0D1B-4BA5-B270-D8CE7FCF07C0}">
      <dgm:prSet/>
      <dgm:spPr/>
      <dgm:t>
        <a:bodyPr/>
        <a:lstStyle/>
        <a:p>
          <a:endParaRPr lang="en-US"/>
        </a:p>
      </dgm:t>
    </dgm:pt>
    <dgm:pt modelId="{47B1FCEE-DBCC-428D-914B-425C738AE73A}">
      <dgm:prSet/>
      <dgm:spPr/>
      <dgm:t>
        <a:bodyPr/>
        <a:lstStyle/>
        <a:p>
          <a:r>
            <a:rPr lang="en-US" dirty="0"/>
            <a:t>Mr. </a:t>
          </a:r>
          <a:r>
            <a:rPr lang="en-US" b="0" i="0" dirty="0"/>
            <a:t>Ashutosh Garg</a:t>
          </a:r>
          <a:endParaRPr lang="en-US" dirty="0"/>
        </a:p>
      </dgm:t>
    </dgm:pt>
    <dgm:pt modelId="{9FC7E9E4-6066-42CC-9FAB-FFB476C60F51}" type="parTrans" cxnId="{4515298C-5C14-480F-A28F-46539C288F09}">
      <dgm:prSet/>
      <dgm:spPr/>
      <dgm:t>
        <a:bodyPr/>
        <a:lstStyle/>
        <a:p>
          <a:endParaRPr lang="en-001"/>
        </a:p>
      </dgm:t>
    </dgm:pt>
    <dgm:pt modelId="{8E40F73F-57AE-473A-80F3-F424DCEAC13D}" type="sibTrans" cxnId="{4515298C-5C14-480F-A28F-46539C288F09}">
      <dgm:prSet/>
      <dgm:spPr/>
      <dgm:t>
        <a:bodyPr/>
        <a:lstStyle/>
        <a:p>
          <a:endParaRPr lang="en-001"/>
        </a:p>
      </dgm:t>
    </dgm:pt>
    <dgm:pt modelId="{3613DF68-A7B4-44A0-B328-C62D8F1689E9}" type="pres">
      <dgm:prSet presAssocID="{71167A0B-5F3B-4D42-97CE-E685D2A057AE}" presName="vert0" presStyleCnt="0">
        <dgm:presLayoutVars>
          <dgm:dir/>
          <dgm:animOne val="branch"/>
          <dgm:animLvl val="lvl"/>
        </dgm:presLayoutVars>
      </dgm:prSet>
      <dgm:spPr/>
    </dgm:pt>
    <dgm:pt modelId="{4F2349F6-3026-4803-B713-E0776263BFE1}" type="pres">
      <dgm:prSet presAssocID="{AF912E2B-C3B9-4370-8498-74C9B84FEA02}" presName="thickLine" presStyleLbl="alignNode1" presStyleIdx="0" presStyleCnt="10"/>
      <dgm:spPr/>
    </dgm:pt>
    <dgm:pt modelId="{18B915E0-E78D-414E-9716-E8D356DA01C3}" type="pres">
      <dgm:prSet presAssocID="{AF912E2B-C3B9-4370-8498-74C9B84FEA02}" presName="horz1" presStyleCnt="0"/>
      <dgm:spPr/>
    </dgm:pt>
    <dgm:pt modelId="{EAFC503D-09E3-4FFB-9D67-EE1A9C012E26}" type="pres">
      <dgm:prSet presAssocID="{AF912E2B-C3B9-4370-8498-74C9B84FEA02}" presName="tx1" presStyleLbl="revTx" presStyleIdx="0" presStyleCnt="10"/>
      <dgm:spPr/>
    </dgm:pt>
    <dgm:pt modelId="{8E2E043C-60F1-43DD-AC49-51B0BCA9BA2A}" type="pres">
      <dgm:prSet presAssocID="{AF912E2B-C3B9-4370-8498-74C9B84FEA02}" presName="vert1" presStyleCnt="0"/>
      <dgm:spPr/>
    </dgm:pt>
    <dgm:pt modelId="{7B0CAE7A-C52E-4C51-A044-10F0FAC76234}" type="pres">
      <dgm:prSet presAssocID="{81794CC9-B67B-4D50-A75E-1A82466C014C}" presName="thickLine" presStyleLbl="alignNode1" presStyleIdx="1" presStyleCnt="10"/>
      <dgm:spPr/>
    </dgm:pt>
    <dgm:pt modelId="{D24638AF-9C74-4A07-9676-2126543552A3}" type="pres">
      <dgm:prSet presAssocID="{81794CC9-B67B-4D50-A75E-1A82466C014C}" presName="horz1" presStyleCnt="0"/>
      <dgm:spPr/>
    </dgm:pt>
    <dgm:pt modelId="{39DC04F3-E6F2-4341-8877-A5AF9C6DCCC2}" type="pres">
      <dgm:prSet presAssocID="{81794CC9-B67B-4D50-A75E-1A82466C014C}" presName="tx1" presStyleLbl="revTx" presStyleIdx="1" presStyleCnt="10"/>
      <dgm:spPr/>
    </dgm:pt>
    <dgm:pt modelId="{BE9B172A-D874-42A5-8850-83E9A49ACB10}" type="pres">
      <dgm:prSet presAssocID="{81794CC9-B67B-4D50-A75E-1A82466C014C}" presName="vert1" presStyleCnt="0"/>
      <dgm:spPr/>
    </dgm:pt>
    <dgm:pt modelId="{DA3EB5A6-E48A-4589-8174-B8551909D6CA}" type="pres">
      <dgm:prSet presAssocID="{8338EAF6-B192-46A6-8538-076F6D1AEEFE}" presName="thickLine" presStyleLbl="alignNode1" presStyleIdx="2" presStyleCnt="10"/>
      <dgm:spPr/>
    </dgm:pt>
    <dgm:pt modelId="{88741EF3-C6EB-42A7-BABD-5C235F8A1096}" type="pres">
      <dgm:prSet presAssocID="{8338EAF6-B192-46A6-8538-076F6D1AEEFE}" presName="horz1" presStyleCnt="0"/>
      <dgm:spPr/>
    </dgm:pt>
    <dgm:pt modelId="{E40E12C3-7FF6-40E6-830D-02603A3F3770}" type="pres">
      <dgm:prSet presAssocID="{8338EAF6-B192-46A6-8538-076F6D1AEEFE}" presName="tx1" presStyleLbl="revTx" presStyleIdx="2" presStyleCnt="10"/>
      <dgm:spPr/>
    </dgm:pt>
    <dgm:pt modelId="{E4A5FC46-09BF-4131-8520-2CAA0BC03BE1}" type="pres">
      <dgm:prSet presAssocID="{8338EAF6-B192-46A6-8538-076F6D1AEEFE}" presName="vert1" presStyleCnt="0"/>
      <dgm:spPr/>
    </dgm:pt>
    <dgm:pt modelId="{0925AE2E-2AE1-44A9-867C-C5754C2424D0}" type="pres">
      <dgm:prSet presAssocID="{6C95CB85-182F-419C-9164-7E8AFF3A4555}" presName="thickLine" presStyleLbl="alignNode1" presStyleIdx="3" presStyleCnt="10"/>
      <dgm:spPr/>
    </dgm:pt>
    <dgm:pt modelId="{C5113D91-4CE1-4A33-9C6A-181C0EE05CC4}" type="pres">
      <dgm:prSet presAssocID="{6C95CB85-182F-419C-9164-7E8AFF3A4555}" presName="horz1" presStyleCnt="0"/>
      <dgm:spPr/>
    </dgm:pt>
    <dgm:pt modelId="{F7958D68-174C-474B-AEA3-8B0D3E198DD6}" type="pres">
      <dgm:prSet presAssocID="{6C95CB85-182F-419C-9164-7E8AFF3A4555}" presName="tx1" presStyleLbl="revTx" presStyleIdx="3" presStyleCnt="10"/>
      <dgm:spPr/>
    </dgm:pt>
    <dgm:pt modelId="{D4FE317D-6A70-4638-80B1-6D48B89E8717}" type="pres">
      <dgm:prSet presAssocID="{6C95CB85-182F-419C-9164-7E8AFF3A4555}" presName="vert1" presStyleCnt="0"/>
      <dgm:spPr/>
    </dgm:pt>
    <dgm:pt modelId="{FB76CB8E-FB29-4F31-96AB-EE3DBFA8AA04}" type="pres">
      <dgm:prSet presAssocID="{286849E8-80E6-4A3E-BD4A-2531A0F8B858}" presName="thickLine" presStyleLbl="alignNode1" presStyleIdx="4" presStyleCnt="10"/>
      <dgm:spPr/>
    </dgm:pt>
    <dgm:pt modelId="{6FE3470B-1563-4681-B54E-A59B5726FD8F}" type="pres">
      <dgm:prSet presAssocID="{286849E8-80E6-4A3E-BD4A-2531A0F8B858}" presName="horz1" presStyleCnt="0"/>
      <dgm:spPr/>
    </dgm:pt>
    <dgm:pt modelId="{7840C959-8234-4707-B6C9-FACD69CE42D5}" type="pres">
      <dgm:prSet presAssocID="{286849E8-80E6-4A3E-BD4A-2531A0F8B858}" presName="tx1" presStyleLbl="revTx" presStyleIdx="4" presStyleCnt="10"/>
      <dgm:spPr/>
    </dgm:pt>
    <dgm:pt modelId="{28DB8755-3516-47B0-8EE9-77E58691B4AF}" type="pres">
      <dgm:prSet presAssocID="{286849E8-80E6-4A3E-BD4A-2531A0F8B858}" presName="vert1" presStyleCnt="0"/>
      <dgm:spPr/>
    </dgm:pt>
    <dgm:pt modelId="{CCB00DE5-2F6F-43E3-9D31-35616DAFA294}" type="pres">
      <dgm:prSet presAssocID="{E22E8D07-E545-4576-B577-AE8B5F73199F}" presName="thickLine" presStyleLbl="alignNode1" presStyleIdx="5" presStyleCnt="10"/>
      <dgm:spPr/>
    </dgm:pt>
    <dgm:pt modelId="{4A295178-302C-4C4D-B104-BED10E003087}" type="pres">
      <dgm:prSet presAssocID="{E22E8D07-E545-4576-B577-AE8B5F73199F}" presName="horz1" presStyleCnt="0"/>
      <dgm:spPr/>
    </dgm:pt>
    <dgm:pt modelId="{1B9A1897-066A-4648-A493-AFB3F79686A3}" type="pres">
      <dgm:prSet presAssocID="{E22E8D07-E545-4576-B577-AE8B5F73199F}" presName="tx1" presStyleLbl="revTx" presStyleIdx="5" presStyleCnt="10"/>
      <dgm:spPr/>
    </dgm:pt>
    <dgm:pt modelId="{892BB38D-90C2-454B-B657-5392D1501AEB}" type="pres">
      <dgm:prSet presAssocID="{E22E8D07-E545-4576-B577-AE8B5F73199F}" presName="vert1" presStyleCnt="0"/>
      <dgm:spPr/>
    </dgm:pt>
    <dgm:pt modelId="{68BBCD5B-1AB3-477A-BC73-A08962E0A5C8}" type="pres">
      <dgm:prSet presAssocID="{47B1FCEE-DBCC-428D-914B-425C738AE73A}" presName="thickLine" presStyleLbl="alignNode1" presStyleIdx="6" presStyleCnt="10"/>
      <dgm:spPr/>
    </dgm:pt>
    <dgm:pt modelId="{731BA6C4-F693-4E6D-8CB4-D50D3F5905AE}" type="pres">
      <dgm:prSet presAssocID="{47B1FCEE-DBCC-428D-914B-425C738AE73A}" presName="horz1" presStyleCnt="0"/>
      <dgm:spPr/>
    </dgm:pt>
    <dgm:pt modelId="{90FCDB59-83A3-4F74-8120-FDABF884D01F}" type="pres">
      <dgm:prSet presAssocID="{47B1FCEE-DBCC-428D-914B-425C738AE73A}" presName="tx1" presStyleLbl="revTx" presStyleIdx="6" presStyleCnt="10"/>
      <dgm:spPr/>
    </dgm:pt>
    <dgm:pt modelId="{A5519C4B-C4B8-4081-A31C-81C88E032034}" type="pres">
      <dgm:prSet presAssocID="{47B1FCEE-DBCC-428D-914B-425C738AE73A}" presName="vert1" presStyleCnt="0"/>
      <dgm:spPr/>
    </dgm:pt>
    <dgm:pt modelId="{9D95318D-E4B2-4FDE-80B0-29A64B71EEC4}" type="pres">
      <dgm:prSet presAssocID="{F02E9BEF-767F-41B2-B6E6-95598DF44BE6}" presName="thickLine" presStyleLbl="alignNode1" presStyleIdx="7" presStyleCnt="10"/>
      <dgm:spPr/>
    </dgm:pt>
    <dgm:pt modelId="{D836595D-B928-4676-A60F-1B1A8F0CEFCF}" type="pres">
      <dgm:prSet presAssocID="{F02E9BEF-767F-41B2-B6E6-95598DF44BE6}" presName="horz1" presStyleCnt="0"/>
      <dgm:spPr/>
    </dgm:pt>
    <dgm:pt modelId="{94CA7C0E-6F9A-424A-B7D3-ABCFCED9B2AF}" type="pres">
      <dgm:prSet presAssocID="{F02E9BEF-767F-41B2-B6E6-95598DF44BE6}" presName="tx1" presStyleLbl="revTx" presStyleIdx="7" presStyleCnt="10"/>
      <dgm:spPr/>
    </dgm:pt>
    <dgm:pt modelId="{421BAC92-D378-4873-9AA2-D42678D91B41}" type="pres">
      <dgm:prSet presAssocID="{F02E9BEF-767F-41B2-B6E6-95598DF44BE6}" presName="vert1" presStyleCnt="0"/>
      <dgm:spPr/>
    </dgm:pt>
    <dgm:pt modelId="{987A1714-A2D1-4078-9043-583FC1458290}" type="pres">
      <dgm:prSet presAssocID="{27D51961-016B-44AC-B1A2-B87048222154}" presName="thickLine" presStyleLbl="alignNode1" presStyleIdx="8" presStyleCnt="10"/>
      <dgm:spPr/>
    </dgm:pt>
    <dgm:pt modelId="{0BF08E7D-4162-417D-B35E-B1385B28A2A8}" type="pres">
      <dgm:prSet presAssocID="{27D51961-016B-44AC-B1A2-B87048222154}" presName="horz1" presStyleCnt="0"/>
      <dgm:spPr/>
    </dgm:pt>
    <dgm:pt modelId="{4D7F96C7-F2F3-482E-BE0B-3A62CCFEBF89}" type="pres">
      <dgm:prSet presAssocID="{27D51961-016B-44AC-B1A2-B87048222154}" presName="tx1" presStyleLbl="revTx" presStyleIdx="8" presStyleCnt="10"/>
      <dgm:spPr/>
    </dgm:pt>
    <dgm:pt modelId="{8EF27A4A-B929-49F4-B958-AB0A6BBDE155}" type="pres">
      <dgm:prSet presAssocID="{27D51961-016B-44AC-B1A2-B87048222154}" presName="vert1" presStyleCnt="0"/>
      <dgm:spPr/>
    </dgm:pt>
    <dgm:pt modelId="{FFC2A845-FAA6-4749-B6EF-53FD1D8AC113}" type="pres">
      <dgm:prSet presAssocID="{A8EBFBF0-0565-4FCD-AFA8-523E4CFDB7FD}" presName="thickLine" presStyleLbl="alignNode1" presStyleIdx="9" presStyleCnt="10"/>
      <dgm:spPr/>
    </dgm:pt>
    <dgm:pt modelId="{CEF3776C-A477-4CC7-B469-723D34EB3969}" type="pres">
      <dgm:prSet presAssocID="{A8EBFBF0-0565-4FCD-AFA8-523E4CFDB7FD}" presName="horz1" presStyleCnt="0"/>
      <dgm:spPr/>
    </dgm:pt>
    <dgm:pt modelId="{2A350375-4DE8-4AD4-BCC1-7CE3D72A6C70}" type="pres">
      <dgm:prSet presAssocID="{A8EBFBF0-0565-4FCD-AFA8-523E4CFDB7FD}" presName="tx1" presStyleLbl="revTx" presStyleIdx="9" presStyleCnt="10"/>
      <dgm:spPr/>
    </dgm:pt>
    <dgm:pt modelId="{E73F6493-9C44-46F9-9559-38B90EF6D24E}" type="pres">
      <dgm:prSet presAssocID="{A8EBFBF0-0565-4FCD-AFA8-523E4CFDB7FD}" presName="vert1" presStyleCnt="0"/>
      <dgm:spPr/>
    </dgm:pt>
  </dgm:ptLst>
  <dgm:cxnLst>
    <dgm:cxn modelId="{4E9A3B00-FAA8-4427-AFD1-B1F5CB37CB38}" type="presOf" srcId="{A8EBFBF0-0565-4FCD-AFA8-523E4CFDB7FD}" destId="{2A350375-4DE8-4AD4-BCC1-7CE3D72A6C70}" srcOrd="0" destOrd="0" presId="urn:microsoft.com/office/officeart/2008/layout/LinedList"/>
    <dgm:cxn modelId="{97B8292D-CE27-4506-BD47-D67D21CA1424}" srcId="{71167A0B-5F3B-4D42-97CE-E685D2A057AE}" destId="{E22E8D07-E545-4576-B577-AE8B5F73199F}" srcOrd="5" destOrd="0" parTransId="{795F6A3D-99E1-4F8D-B7D8-EDBCEA8E0554}" sibTransId="{C2931D87-9BAC-4063-A830-5F0CCB28DB69}"/>
    <dgm:cxn modelId="{6755C634-BC90-497D-9E62-62B728AD23D2}" type="presOf" srcId="{286849E8-80E6-4A3E-BD4A-2531A0F8B858}" destId="{7840C959-8234-4707-B6C9-FACD69CE42D5}" srcOrd="0" destOrd="0" presId="urn:microsoft.com/office/officeart/2008/layout/LinedList"/>
    <dgm:cxn modelId="{6D8BF35D-9132-4A20-91BC-5F9709B2AF10}" type="presOf" srcId="{E22E8D07-E545-4576-B577-AE8B5F73199F}" destId="{1B9A1897-066A-4648-A493-AFB3F79686A3}" srcOrd="0" destOrd="0" presId="urn:microsoft.com/office/officeart/2008/layout/LinedList"/>
    <dgm:cxn modelId="{53178D5E-7423-4AA7-8F92-3FCD632417FA}" type="presOf" srcId="{8338EAF6-B192-46A6-8538-076F6D1AEEFE}" destId="{E40E12C3-7FF6-40E6-830D-02603A3F3770}" srcOrd="0" destOrd="0" presId="urn:microsoft.com/office/officeart/2008/layout/LinedList"/>
    <dgm:cxn modelId="{599D1466-E672-443E-878C-59CD579B02D9}" srcId="{71167A0B-5F3B-4D42-97CE-E685D2A057AE}" destId="{8338EAF6-B192-46A6-8538-076F6D1AEEFE}" srcOrd="2" destOrd="0" parTransId="{45C54397-FF60-499B-9609-26A1E332E665}" sibTransId="{B24D44A6-1EB2-4EA7-9BB3-38648A45168A}"/>
    <dgm:cxn modelId="{01E02666-44DC-4B4C-A34C-DF1A2DA40915}" type="presOf" srcId="{47B1FCEE-DBCC-428D-914B-425C738AE73A}" destId="{90FCDB59-83A3-4F74-8120-FDABF884D01F}" srcOrd="0" destOrd="0" presId="urn:microsoft.com/office/officeart/2008/layout/LinedList"/>
    <dgm:cxn modelId="{EDA7C269-0D1B-4BA5-B270-D8CE7FCF07C0}" srcId="{71167A0B-5F3B-4D42-97CE-E685D2A057AE}" destId="{A8EBFBF0-0565-4FCD-AFA8-523E4CFDB7FD}" srcOrd="9" destOrd="0" parTransId="{DAB442C1-D8C4-4478-8602-E503227C7F4D}" sibTransId="{06061048-D561-43F3-94B1-A122A4807B8B}"/>
    <dgm:cxn modelId="{03A9DA75-8D90-4C4F-BA04-F1EC769347A2}" type="presOf" srcId="{6C95CB85-182F-419C-9164-7E8AFF3A4555}" destId="{F7958D68-174C-474B-AEA3-8B0D3E198DD6}" srcOrd="0" destOrd="0" presId="urn:microsoft.com/office/officeart/2008/layout/LinedList"/>
    <dgm:cxn modelId="{7730ED83-E2BE-4EA9-AEE0-B221C9F77048}" srcId="{71167A0B-5F3B-4D42-97CE-E685D2A057AE}" destId="{F02E9BEF-767F-41B2-B6E6-95598DF44BE6}" srcOrd="7" destOrd="0" parTransId="{C223A26E-E5CF-46E6-9BAE-3C0827B70B2A}" sibTransId="{491BB18B-6F9A-4477-98E9-62CD0BB05D1F}"/>
    <dgm:cxn modelId="{A7387785-FFAF-43EE-876B-9195D829D0ED}" type="presOf" srcId="{27D51961-016B-44AC-B1A2-B87048222154}" destId="{4D7F96C7-F2F3-482E-BE0B-3A62CCFEBF89}" srcOrd="0" destOrd="0" presId="urn:microsoft.com/office/officeart/2008/layout/LinedList"/>
    <dgm:cxn modelId="{4D3C8388-25CB-4A4F-A66B-334D69F9E9CF}" type="presOf" srcId="{71167A0B-5F3B-4D42-97CE-E685D2A057AE}" destId="{3613DF68-A7B4-44A0-B328-C62D8F1689E9}" srcOrd="0" destOrd="0" presId="urn:microsoft.com/office/officeart/2008/layout/LinedList"/>
    <dgm:cxn modelId="{01E40589-EB96-4B0C-AE8A-53B3D4DD1E73}" type="presOf" srcId="{F02E9BEF-767F-41B2-B6E6-95598DF44BE6}" destId="{94CA7C0E-6F9A-424A-B7D3-ABCFCED9B2AF}" srcOrd="0" destOrd="0" presId="urn:microsoft.com/office/officeart/2008/layout/LinedList"/>
    <dgm:cxn modelId="{4515298C-5C14-480F-A28F-46539C288F09}" srcId="{71167A0B-5F3B-4D42-97CE-E685D2A057AE}" destId="{47B1FCEE-DBCC-428D-914B-425C738AE73A}" srcOrd="6" destOrd="0" parTransId="{9FC7E9E4-6066-42CC-9FAB-FFB476C60F51}" sibTransId="{8E40F73F-57AE-473A-80F3-F424DCEAC13D}"/>
    <dgm:cxn modelId="{42246095-AC5C-44AF-A6C0-CB77A337E319}" srcId="{71167A0B-5F3B-4D42-97CE-E685D2A057AE}" destId="{27D51961-016B-44AC-B1A2-B87048222154}" srcOrd="8" destOrd="0" parTransId="{1D7A5022-289E-4DEE-A9EC-9990C1F6219F}" sibTransId="{7E47B8AA-BFA5-4E06-A72C-BB566942B021}"/>
    <dgm:cxn modelId="{6E0BA1AB-4A6E-4CF5-BAA9-B7F0826E4BEA}" srcId="{71167A0B-5F3B-4D42-97CE-E685D2A057AE}" destId="{6C95CB85-182F-419C-9164-7E8AFF3A4555}" srcOrd="3" destOrd="0" parTransId="{0863B916-8D9C-4528-812F-C72D6CF55950}" sibTransId="{3BEE0FFF-30B1-4019-8B0A-29742094817B}"/>
    <dgm:cxn modelId="{EA0395AC-A1C0-49E7-86E9-EEBE7063B2D1}" type="presOf" srcId="{81794CC9-B67B-4D50-A75E-1A82466C014C}" destId="{39DC04F3-E6F2-4341-8877-A5AF9C6DCCC2}" srcOrd="0" destOrd="0" presId="urn:microsoft.com/office/officeart/2008/layout/LinedList"/>
    <dgm:cxn modelId="{A251F3AE-94C7-48B3-A05F-1A9E11E3CBFB}" type="presOf" srcId="{AF912E2B-C3B9-4370-8498-74C9B84FEA02}" destId="{EAFC503D-09E3-4FFB-9D67-EE1A9C012E26}" srcOrd="0" destOrd="0" presId="urn:microsoft.com/office/officeart/2008/layout/LinedList"/>
    <dgm:cxn modelId="{F69E08B0-A84D-4B6B-A3A0-B82B28C018C7}" srcId="{71167A0B-5F3B-4D42-97CE-E685D2A057AE}" destId="{81794CC9-B67B-4D50-A75E-1A82466C014C}" srcOrd="1" destOrd="0" parTransId="{162CB245-3896-4269-AAF7-1396772A1B04}" sibTransId="{65C5E014-BFBC-4DA3-BB5C-9772E0A9B209}"/>
    <dgm:cxn modelId="{5570E7B3-E97C-4596-BE1E-5C4BE5AE6108}" srcId="{71167A0B-5F3B-4D42-97CE-E685D2A057AE}" destId="{AF912E2B-C3B9-4370-8498-74C9B84FEA02}" srcOrd="0" destOrd="0" parTransId="{AE510CD6-8A6A-4B6D-A0D5-FC17E3B94EE2}" sibTransId="{023798C3-D995-4535-875A-49192B670FB4}"/>
    <dgm:cxn modelId="{8573F5DD-0588-4EAD-968D-5DE961DEA5F6}" srcId="{71167A0B-5F3B-4D42-97CE-E685D2A057AE}" destId="{286849E8-80E6-4A3E-BD4A-2531A0F8B858}" srcOrd="4" destOrd="0" parTransId="{F60245AF-A351-4A85-8549-AEB4A6E3B781}" sibTransId="{D150A74F-C176-44C9-A7F0-81034693E6CA}"/>
    <dgm:cxn modelId="{B4FE1D61-A9B3-4E44-8C51-BB8BEA90069F}" type="presParOf" srcId="{3613DF68-A7B4-44A0-B328-C62D8F1689E9}" destId="{4F2349F6-3026-4803-B713-E0776263BFE1}" srcOrd="0" destOrd="0" presId="urn:microsoft.com/office/officeart/2008/layout/LinedList"/>
    <dgm:cxn modelId="{3A820577-246D-4943-BCE6-9C9349468289}" type="presParOf" srcId="{3613DF68-A7B4-44A0-B328-C62D8F1689E9}" destId="{18B915E0-E78D-414E-9716-E8D356DA01C3}" srcOrd="1" destOrd="0" presId="urn:microsoft.com/office/officeart/2008/layout/LinedList"/>
    <dgm:cxn modelId="{6903FA20-1FDF-4E06-B78C-777C5055ECBA}" type="presParOf" srcId="{18B915E0-E78D-414E-9716-E8D356DA01C3}" destId="{EAFC503D-09E3-4FFB-9D67-EE1A9C012E26}" srcOrd="0" destOrd="0" presId="urn:microsoft.com/office/officeart/2008/layout/LinedList"/>
    <dgm:cxn modelId="{F089585D-871C-4307-8A51-063606C7B6C8}" type="presParOf" srcId="{18B915E0-E78D-414E-9716-E8D356DA01C3}" destId="{8E2E043C-60F1-43DD-AC49-51B0BCA9BA2A}" srcOrd="1" destOrd="0" presId="urn:microsoft.com/office/officeart/2008/layout/LinedList"/>
    <dgm:cxn modelId="{D4D436DF-B906-47E2-BC7D-810FA34BCD50}" type="presParOf" srcId="{3613DF68-A7B4-44A0-B328-C62D8F1689E9}" destId="{7B0CAE7A-C52E-4C51-A044-10F0FAC76234}" srcOrd="2" destOrd="0" presId="urn:microsoft.com/office/officeart/2008/layout/LinedList"/>
    <dgm:cxn modelId="{C1A9A3C9-B967-48B1-B71F-5CBF43C3319B}" type="presParOf" srcId="{3613DF68-A7B4-44A0-B328-C62D8F1689E9}" destId="{D24638AF-9C74-4A07-9676-2126543552A3}" srcOrd="3" destOrd="0" presId="urn:microsoft.com/office/officeart/2008/layout/LinedList"/>
    <dgm:cxn modelId="{E7428152-A4D5-402F-B89C-8153CF246875}" type="presParOf" srcId="{D24638AF-9C74-4A07-9676-2126543552A3}" destId="{39DC04F3-E6F2-4341-8877-A5AF9C6DCCC2}" srcOrd="0" destOrd="0" presId="urn:microsoft.com/office/officeart/2008/layout/LinedList"/>
    <dgm:cxn modelId="{43D16F92-AD41-49E2-B060-FE569A9915FE}" type="presParOf" srcId="{D24638AF-9C74-4A07-9676-2126543552A3}" destId="{BE9B172A-D874-42A5-8850-83E9A49ACB10}" srcOrd="1" destOrd="0" presId="urn:microsoft.com/office/officeart/2008/layout/LinedList"/>
    <dgm:cxn modelId="{33441985-01CD-4BB2-A797-6613CDA17239}" type="presParOf" srcId="{3613DF68-A7B4-44A0-B328-C62D8F1689E9}" destId="{DA3EB5A6-E48A-4589-8174-B8551909D6CA}" srcOrd="4" destOrd="0" presId="urn:microsoft.com/office/officeart/2008/layout/LinedList"/>
    <dgm:cxn modelId="{6AB901C5-F0BD-4B76-B6B0-DB5E83E50973}" type="presParOf" srcId="{3613DF68-A7B4-44A0-B328-C62D8F1689E9}" destId="{88741EF3-C6EB-42A7-BABD-5C235F8A1096}" srcOrd="5" destOrd="0" presId="urn:microsoft.com/office/officeart/2008/layout/LinedList"/>
    <dgm:cxn modelId="{C4B08B35-D055-4F1A-ABEB-2DC8379371AC}" type="presParOf" srcId="{88741EF3-C6EB-42A7-BABD-5C235F8A1096}" destId="{E40E12C3-7FF6-40E6-830D-02603A3F3770}" srcOrd="0" destOrd="0" presId="urn:microsoft.com/office/officeart/2008/layout/LinedList"/>
    <dgm:cxn modelId="{F64B0C43-6E49-40D5-AA4B-B83A36AD5FA8}" type="presParOf" srcId="{88741EF3-C6EB-42A7-BABD-5C235F8A1096}" destId="{E4A5FC46-09BF-4131-8520-2CAA0BC03BE1}" srcOrd="1" destOrd="0" presId="urn:microsoft.com/office/officeart/2008/layout/LinedList"/>
    <dgm:cxn modelId="{26B7EF76-623F-4D27-86B7-DE20586DCDD9}" type="presParOf" srcId="{3613DF68-A7B4-44A0-B328-C62D8F1689E9}" destId="{0925AE2E-2AE1-44A9-867C-C5754C2424D0}" srcOrd="6" destOrd="0" presId="urn:microsoft.com/office/officeart/2008/layout/LinedList"/>
    <dgm:cxn modelId="{85C00BD8-E319-4E33-9630-F53463B2D46C}" type="presParOf" srcId="{3613DF68-A7B4-44A0-B328-C62D8F1689E9}" destId="{C5113D91-4CE1-4A33-9C6A-181C0EE05CC4}" srcOrd="7" destOrd="0" presId="urn:microsoft.com/office/officeart/2008/layout/LinedList"/>
    <dgm:cxn modelId="{171FF58F-B4D7-4DBE-A3D6-7D875DDACE4C}" type="presParOf" srcId="{C5113D91-4CE1-4A33-9C6A-181C0EE05CC4}" destId="{F7958D68-174C-474B-AEA3-8B0D3E198DD6}" srcOrd="0" destOrd="0" presId="urn:microsoft.com/office/officeart/2008/layout/LinedList"/>
    <dgm:cxn modelId="{5487140F-13BD-4555-8250-9E9503FC7230}" type="presParOf" srcId="{C5113D91-4CE1-4A33-9C6A-181C0EE05CC4}" destId="{D4FE317D-6A70-4638-80B1-6D48B89E8717}" srcOrd="1" destOrd="0" presId="urn:microsoft.com/office/officeart/2008/layout/LinedList"/>
    <dgm:cxn modelId="{9D3A23E4-16C7-447C-B799-64A076B07FD0}" type="presParOf" srcId="{3613DF68-A7B4-44A0-B328-C62D8F1689E9}" destId="{FB76CB8E-FB29-4F31-96AB-EE3DBFA8AA04}" srcOrd="8" destOrd="0" presId="urn:microsoft.com/office/officeart/2008/layout/LinedList"/>
    <dgm:cxn modelId="{D7AD5F7F-60AD-4AA0-B332-23FCFCBF1C33}" type="presParOf" srcId="{3613DF68-A7B4-44A0-B328-C62D8F1689E9}" destId="{6FE3470B-1563-4681-B54E-A59B5726FD8F}" srcOrd="9" destOrd="0" presId="urn:microsoft.com/office/officeart/2008/layout/LinedList"/>
    <dgm:cxn modelId="{12AEBFFD-5537-4A34-9816-176E4DEBBC29}" type="presParOf" srcId="{6FE3470B-1563-4681-B54E-A59B5726FD8F}" destId="{7840C959-8234-4707-B6C9-FACD69CE42D5}" srcOrd="0" destOrd="0" presId="urn:microsoft.com/office/officeart/2008/layout/LinedList"/>
    <dgm:cxn modelId="{53471C3D-E54F-4DE3-8860-5D3A0E374BE7}" type="presParOf" srcId="{6FE3470B-1563-4681-B54E-A59B5726FD8F}" destId="{28DB8755-3516-47B0-8EE9-77E58691B4AF}" srcOrd="1" destOrd="0" presId="urn:microsoft.com/office/officeart/2008/layout/LinedList"/>
    <dgm:cxn modelId="{24929F7E-1D7F-4FA5-95BF-EDB97E44AD87}" type="presParOf" srcId="{3613DF68-A7B4-44A0-B328-C62D8F1689E9}" destId="{CCB00DE5-2F6F-43E3-9D31-35616DAFA294}" srcOrd="10" destOrd="0" presId="urn:microsoft.com/office/officeart/2008/layout/LinedList"/>
    <dgm:cxn modelId="{0133239D-D0A1-4B8F-AD57-806E4DC8D2D2}" type="presParOf" srcId="{3613DF68-A7B4-44A0-B328-C62D8F1689E9}" destId="{4A295178-302C-4C4D-B104-BED10E003087}" srcOrd="11" destOrd="0" presId="urn:microsoft.com/office/officeart/2008/layout/LinedList"/>
    <dgm:cxn modelId="{5CB32B4E-FBCF-4DCF-9092-BEAF64FFB211}" type="presParOf" srcId="{4A295178-302C-4C4D-B104-BED10E003087}" destId="{1B9A1897-066A-4648-A493-AFB3F79686A3}" srcOrd="0" destOrd="0" presId="urn:microsoft.com/office/officeart/2008/layout/LinedList"/>
    <dgm:cxn modelId="{46F19067-23BA-45FC-A55E-4FBD73DAE0D8}" type="presParOf" srcId="{4A295178-302C-4C4D-B104-BED10E003087}" destId="{892BB38D-90C2-454B-B657-5392D1501AEB}" srcOrd="1" destOrd="0" presId="urn:microsoft.com/office/officeart/2008/layout/LinedList"/>
    <dgm:cxn modelId="{9A4EC8F3-43B2-4B12-A9C6-E24DEBC2B4E4}" type="presParOf" srcId="{3613DF68-A7B4-44A0-B328-C62D8F1689E9}" destId="{68BBCD5B-1AB3-477A-BC73-A08962E0A5C8}" srcOrd="12" destOrd="0" presId="urn:microsoft.com/office/officeart/2008/layout/LinedList"/>
    <dgm:cxn modelId="{06DD9718-D58E-4AAE-BF94-6ADFD7661C3D}" type="presParOf" srcId="{3613DF68-A7B4-44A0-B328-C62D8F1689E9}" destId="{731BA6C4-F693-4E6D-8CB4-D50D3F5905AE}" srcOrd="13" destOrd="0" presId="urn:microsoft.com/office/officeart/2008/layout/LinedList"/>
    <dgm:cxn modelId="{D3B4415D-E8B6-4A92-BE42-BF579F384EAE}" type="presParOf" srcId="{731BA6C4-F693-4E6D-8CB4-D50D3F5905AE}" destId="{90FCDB59-83A3-4F74-8120-FDABF884D01F}" srcOrd="0" destOrd="0" presId="urn:microsoft.com/office/officeart/2008/layout/LinedList"/>
    <dgm:cxn modelId="{BD228702-ECC3-4C21-92A6-8E89032B3CBF}" type="presParOf" srcId="{731BA6C4-F693-4E6D-8CB4-D50D3F5905AE}" destId="{A5519C4B-C4B8-4081-A31C-81C88E032034}" srcOrd="1" destOrd="0" presId="urn:microsoft.com/office/officeart/2008/layout/LinedList"/>
    <dgm:cxn modelId="{B6581294-1757-4142-82DC-712F4D7E42C7}" type="presParOf" srcId="{3613DF68-A7B4-44A0-B328-C62D8F1689E9}" destId="{9D95318D-E4B2-4FDE-80B0-29A64B71EEC4}" srcOrd="14" destOrd="0" presId="urn:microsoft.com/office/officeart/2008/layout/LinedList"/>
    <dgm:cxn modelId="{340F961C-7253-4722-AAB7-A096D40A7C19}" type="presParOf" srcId="{3613DF68-A7B4-44A0-B328-C62D8F1689E9}" destId="{D836595D-B928-4676-A60F-1B1A8F0CEFCF}" srcOrd="15" destOrd="0" presId="urn:microsoft.com/office/officeart/2008/layout/LinedList"/>
    <dgm:cxn modelId="{E7295AD5-4160-49A7-95B2-6127A1CFCA7B}" type="presParOf" srcId="{D836595D-B928-4676-A60F-1B1A8F0CEFCF}" destId="{94CA7C0E-6F9A-424A-B7D3-ABCFCED9B2AF}" srcOrd="0" destOrd="0" presId="urn:microsoft.com/office/officeart/2008/layout/LinedList"/>
    <dgm:cxn modelId="{83FFEF27-24A7-43EE-BECF-C91C83496486}" type="presParOf" srcId="{D836595D-B928-4676-A60F-1B1A8F0CEFCF}" destId="{421BAC92-D378-4873-9AA2-D42678D91B41}" srcOrd="1" destOrd="0" presId="urn:microsoft.com/office/officeart/2008/layout/LinedList"/>
    <dgm:cxn modelId="{3840AA1E-592D-4A5D-A1F2-41DA416DBDAC}" type="presParOf" srcId="{3613DF68-A7B4-44A0-B328-C62D8F1689E9}" destId="{987A1714-A2D1-4078-9043-583FC1458290}" srcOrd="16" destOrd="0" presId="urn:microsoft.com/office/officeart/2008/layout/LinedList"/>
    <dgm:cxn modelId="{F3E57A84-54C8-4EE2-B7EF-36516DA2EA55}" type="presParOf" srcId="{3613DF68-A7B4-44A0-B328-C62D8F1689E9}" destId="{0BF08E7D-4162-417D-B35E-B1385B28A2A8}" srcOrd="17" destOrd="0" presId="urn:microsoft.com/office/officeart/2008/layout/LinedList"/>
    <dgm:cxn modelId="{405FE1E8-FDB5-4167-B1DF-D6A775082CDB}" type="presParOf" srcId="{0BF08E7D-4162-417D-B35E-B1385B28A2A8}" destId="{4D7F96C7-F2F3-482E-BE0B-3A62CCFEBF89}" srcOrd="0" destOrd="0" presId="urn:microsoft.com/office/officeart/2008/layout/LinedList"/>
    <dgm:cxn modelId="{292B86CD-8D06-48C4-AA3D-847E67114F19}" type="presParOf" srcId="{0BF08E7D-4162-417D-B35E-B1385B28A2A8}" destId="{8EF27A4A-B929-49F4-B958-AB0A6BBDE155}" srcOrd="1" destOrd="0" presId="urn:microsoft.com/office/officeart/2008/layout/LinedList"/>
    <dgm:cxn modelId="{56BE5168-2ED4-40CD-B98B-EBF8328276F5}" type="presParOf" srcId="{3613DF68-A7B4-44A0-B328-C62D8F1689E9}" destId="{FFC2A845-FAA6-4749-B6EF-53FD1D8AC113}" srcOrd="18" destOrd="0" presId="urn:microsoft.com/office/officeart/2008/layout/LinedList"/>
    <dgm:cxn modelId="{E22ADB44-9AB6-4163-A151-0AA0DEC24508}" type="presParOf" srcId="{3613DF68-A7B4-44A0-B328-C62D8F1689E9}" destId="{CEF3776C-A477-4CC7-B469-723D34EB3969}" srcOrd="19" destOrd="0" presId="urn:microsoft.com/office/officeart/2008/layout/LinedList"/>
    <dgm:cxn modelId="{3DF0BFCA-1674-4E36-8A74-CA5A94B53214}" type="presParOf" srcId="{CEF3776C-A477-4CC7-B469-723D34EB3969}" destId="{2A350375-4DE8-4AD4-BCC1-7CE3D72A6C70}" srcOrd="0" destOrd="0" presId="urn:microsoft.com/office/officeart/2008/layout/LinedList"/>
    <dgm:cxn modelId="{4A520F0D-F8C3-4BD4-BD5D-0E7B00714925}" type="presParOf" srcId="{CEF3776C-A477-4CC7-B469-723D34EB3969}" destId="{E73F6493-9C44-46F9-9559-38B90EF6D24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7D4307-D3CB-4B53-B66D-686A7353445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E4CD166D-FE03-4818-86A2-7BC0B77AA6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Project Goal &amp; Insurance Analytics Introduction</a:t>
          </a:r>
        </a:p>
      </dgm:t>
    </dgm:pt>
    <dgm:pt modelId="{00CFB11A-107E-4E50-B51B-BFF17A903FAF}" type="parTrans" cxnId="{30769703-4661-4906-B6EA-4AEEB57C090E}">
      <dgm:prSet/>
      <dgm:spPr/>
      <dgm:t>
        <a:bodyPr/>
        <a:lstStyle/>
        <a:p>
          <a:endParaRPr lang="en-US"/>
        </a:p>
      </dgm:t>
    </dgm:pt>
    <dgm:pt modelId="{FF62DBAA-E467-49B7-8D1D-D0ABEAD741E8}" type="sibTrans" cxnId="{30769703-4661-4906-B6EA-4AEEB57C090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8B9D142-3B15-4E78-AD79-095AE02E53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Dataset Description</a:t>
          </a:r>
        </a:p>
      </dgm:t>
    </dgm:pt>
    <dgm:pt modelId="{8E177AC7-A566-4728-812D-F9839C414D8D}" type="parTrans" cxnId="{D7F8EEB0-06B9-4C8A-AD6A-87B3D3370D55}">
      <dgm:prSet/>
      <dgm:spPr/>
      <dgm:t>
        <a:bodyPr/>
        <a:lstStyle/>
        <a:p>
          <a:endParaRPr lang="en-US"/>
        </a:p>
      </dgm:t>
    </dgm:pt>
    <dgm:pt modelId="{8C99903A-9B48-42D9-BFA2-9E0A9766E3BA}" type="sibTrans" cxnId="{D7F8EEB0-06B9-4C8A-AD6A-87B3D3370D5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7712E04-C6FD-406E-994C-9497F5472B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Schema</a:t>
          </a:r>
        </a:p>
      </dgm:t>
    </dgm:pt>
    <dgm:pt modelId="{04BDA473-3D3D-4033-B228-0F737BEA6788}" type="parTrans" cxnId="{9BBCBA4E-B69E-479D-A0CA-C954AE106525}">
      <dgm:prSet/>
      <dgm:spPr/>
      <dgm:t>
        <a:bodyPr/>
        <a:lstStyle/>
        <a:p>
          <a:endParaRPr lang="en-US"/>
        </a:p>
      </dgm:t>
    </dgm:pt>
    <dgm:pt modelId="{86EF9712-F11B-4DF8-A5D3-4B8899781878}" type="sibTrans" cxnId="{9BBCBA4E-B69E-479D-A0CA-C954AE10652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5E90DD3-B016-44EB-B134-EA20535967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KPI Analysis</a:t>
          </a:r>
        </a:p>
      </dgm:t>
    </dgm:pt>
    <dgm:pt modelId="{65DD5AF3-DE90-4157-B9A5-A6FCB9D256F7}" type="parTrans" cxnId="{CC3DD467-DD12-4421-974E-77988AEBE755}">
      <dgm:prSet/>
      <dgm:spPr/>
      <dgm:t>
        <a:bodyPr/>
        <a:lstStyle/>
        <a:p>
          <a:endParaRPr lang="en-US"/>
        </a:p>
      </dgm:t>
    </dgm:pt>
    <dgm:pt modelId="{60581B3D-1D14-4CA2-BA66-09AC31FC6C0E}" type="sibTrans" cxnId="{CC3DD467-DD12-4421-974E-77988AEBE75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F93CFB1-D0A0-430C-9AE0-81160BEC25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Dashboard Design</a:t>
          </a:r>
        </a:p>
      </dgm:t>
    </dgm:pt>
    <dgm:pt modelId="{432BA707-5510-4601-BAFE-016DA006C432}" type="parTrans" cxnId="{8C40F9F1-D43A-4412-AECA-C9F2EAA72579}">
      <dgm:prSet/>
      <dgm:spPr/>
      <dgm:t>
        <a:bodyPr/>
        <a:lstStyle/>
        <a:p>
          <a:endParaRPr lang="en-US"/>
        </a:p>
      </dgm:t>
    </dgm:pt>
    <dgm:pt modelId="{CCCF0601-8674-461F-9050-6A140D4367D1}" type="sibTrans" cxnId="{8C40F9F1-D43A-4412-AECA-C9F2EAA7257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7452C5D-645F-46D2-8B69-F684358F7C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Recommendations</a:t>
          </a:r>
        </a:p>
      </dgm:t>
    </dgm:pt>
    <dgm:pt modelId="{C8523028-D297-496D-8AEF-17B60E70C380}" type="parTrans" cxnId="{DF2C73F7-AD27-45A0-A9EA-E5ECAF35C389}">
      <dgm:prSet/>
      <dgm:spPr/>
      <dgm:t>
        <a:bodyPr/>
        <a:lstStyle/>
        <a:p>
          <a:endParaRPr lang="en-US"/>
        </a:p>
      </dgm:t>
    </dgm:pt>
    <dgm:pt modelId="{02FF3595-D07A-4CB6-8037-A638AED507F3}" type="sibTrans" cxnId="{DF2C73F7-AD27-45A0-A9EA-E5ECAF35C38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675AB6A-FD90-4167-9176-1FF1A98FD9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Conclusion &amp; Closure</a:t>
          </a:r>
        </a:p>
      </dgm:t>
    </dgm:pt>
    <dgm:pt modelId="{32FC3E9A-D3BB-4F1F-A9F1-3AA83F87F17D}" type="parTrans" cxnId="{FDCE70FE-5788-4B8E-9A3A-A5B5CB0077FB}">
      <dgm:prSet/>
      <dgm:spPr/>
      <dgm:t>
        <a:bodyPr/>
        <a:lstStyle/>
        <a:p>
          <a:endParaRPr lang="en-US"/>
        </a:p>
      </dgm:t>
    </dgm:pt>
    <dgm:pt modelId="{D0E97E7F-BC50-43C2-910D-E4B1F4FAA13D}" type="sibTrans" cxnId="{FDCE70FE-5788-4B8E-9A3A-A5B5CB0077FB}">
      <dgm:prSet/>
      <dgm:spPr/>
      <dgm:t>
        <a:bodyPr/>
        <a:lstStyle/>
        <a:p>
          <a:endParaRPr lang="en-US"/>
        </a:p>
      </dgm:t>
    </dgm:pt>
    <dgm:pt modelId="{417D0879-EF4A-4842-BBE2-986C2A283734}" type="pres">
      <dgm:prSet presAssocID="{C87D4307-D3CB-4B53-B66D-686A73534458}" presName="root" presStyleCnt="0">
        <dgm:presLayoutVars>
          <dgm:dir/>
          <dgm:resizeHandles val="exact"/>
        </dgm:presLayoutVars>
      </dgm:prSet>
      <dgm:spPr/>
    </dgm:pt>
    <dgm:pt modelId="{0F76A97B-0596-43E5-954F-99DE29EEF86D}" type="pres">
      <dgm:prSet presAssocID="{E4CD166D-FE03-4818-86A2-7BC0B77AA6E8}" presName="compNode" presStyleCnt="0"/>
      <dgm:spPr/>
    </dgm:pt>
    <dgm:pt modelId="{9616B2DC-A85F-4051-B32C-41F4DF6C1CA2}" type="pres">
      <dgm:prSet presAssocID="{E4CD166D-FE03-4818-86A2-7BC0B77AA6E8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E52DDCD4-C5EF-47CE-8651-BA006F8A2909}" type="pres">
      <dgm:prSet presAssocID="{E4CD166D-FE03-4818-86A2-7BC0B77AA6E8}" presName="spaceRect" presStyleCnt="0"/>
      <dgm:spPr/>
    </dgm:pt>
    <dgm:pt modelId="{6DAFC5A0-FF13-4B33-8878-BBCAE57F040C}" type="pres">
      <dgm:prSet presAssocID="{E4CD166D-FE03-4818-86A2-7BC0B77AA6E8}" presName="textRect" presStyleLbl="revTx" presStyleIdx="0" presStyleCnt="7">
        <dgm:presLayoutVars>
          <dgm:chMax val="1"/>
          <dgm:chPref val="1"/>
        </dgm:presLayoutVars>
      </dgm:prSet>
      <dgm:spPr/>
    </dgm:pt>
    <dgm:pt modelId="{2904687C-22D8-4D6E-8E63-B27419C3D230}" type="pres">
      <dgm:prSet presAssocID="{FF62DBAA-E467-49B7-8D1D-D0ABEAD741E8}" presName="sibTrans" presStyleCnt="0"/>
      <dgm:spPr/>
    </dgm:pt>
    <dgm:pt modelId="{7AEDC1E5-7C86-4B94-B846-6974B31671FD}" type="pres">
      <dgm:prSet presAssocID="{28B9D142-3B15-4E78-AD79-095AE02E5308}" presName="compNode" presStyleCnt="0"/>
      <dgm:spPr/>
    </dgm:pt>
    <dgm:pt modelId="{7ADFEB68-A185-4D67-A1C3-CC82180A7151}" type="pres">
      <dgm:prSet presAssocID="{28B9D142-3B15-4E78-AD79-095AE02E5308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0FA4314-B697-494B-814B-06AD082657DF}" type="pres">
      <dgm:prSet presAssocID="{28B9D142-3B15-4E78-AD79-095AE02E5308}" presName="spaceRect" presStyleCnt="0"/>
      <dgm:spPr/>
    </dgm:pt>
    <dgm:pt modelId="{C8BD5039-6C15-49B8-A602-9B2E89341D7A}" type="pres">
      <dgm:prSet presAssocID="{28B9D142-3B15-4E78-AD79-095AE02E5308}" presName="textRect" presStyleLbl="revTx" presStyleIdx="1" presStyleCnt="7">
        <dgm:presLayoutVars>
          <dgm:chMax val="1"/>
          <dgm:chPref val="1"/>
        </dgm:presLayoutVars>
      </dgm:prSet>
      <dgm:spPr/>
    </dgm:pt>
    <dgm:pt modelId="{78A75AC5-A0DD-48BD-A351-92A2F5759901}" type="pres">
      <dgm:prSet presAssocID="{8C99903A-9B48-42D9-BFA2-9E0A9766E3BA}" presName="sibTrans" presStyleCnt="0"/>
      <dgm:spPr/>
    </dgm:pt>
    <dgm:pt modelId="{06753C7B-026C-466D-9B4F-1E85B5295F6A}" type="pres">
      <dgm:prSet presAssocID="{D7712E04-C6FD-406E-994C-9497F5472B57}" presName="compNode" presStyleCnt="0"/>
      <dgm:spPr/>
    </dgm:pt>
    <dgm:pt modelId="{24BB8A70-F0D7-49CA-BC0B-9AE6FF350DFE}" type="pres">
      <dgm:prSet presAssocID="{D7712E04-C6FD-406E-994C-9497F5472B57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2E4E0DE8-0F43-43B2-84DC-9246B12D9848}" type="pres">
      <dgm:prSet presAssocID="{D7712E04-C6FD-406E-994C-9497F5472B57}" presName="spaceRect" presStyleCnt="0"/>
      <dgm:spPr/>
    </dgm:pt>
    <dgm:pt modelId="{9A2086DC-13A1-4428-BADD-4AA77D2B70E4}" type="pres">
      <dgm:prSet presAssocID="{D7712E04-C6FD-406E-994C-9497F5472B57}" presName="textRect" presStyleLbl="revTx" presStyleIdx="2" presStyleCnt="7">
        <dgm:presLayoutVars>
          <dgm:chMax val="1"/>
          <dgm:chPref val="1"/>
        </dgm:presLayoutVars>
      </dgm:prSet>
      <dgm:spPr/>
    </dgm:pt>
    <dgm:pt modelId="{21BA1DF6-AAE6-4556-B9B8-24FA3A886C5D}" type="pres">
      <dgm:prSet presAssocID="{86EF9712-F11B-4DF8-A5D3-4B8899781878}" presName="sibTrans" presStyleCnt="0"/>
      <dgm:spPr/>
    </dgm:pt>
    <dgm:pt modelId="{120BA41E-E59C-4C09-B6FF-5B945FC742BE}" type="pres">
      <dgm:prSet presAssocID="{C5E90DD3-B016-44EB-B134-EA205359676B}" presName="compNode" presStyleCnt="0"/>
      <dgm:spPr/>
    </dgm:pt>
    <dgm:pt modelId="{30570C42-ECEA-4363-8B92-F467FCF41808}" type="pres">
      <dgm:prSet presAssocID="{C5E90DD3-B016-44EB-B134-EA205359676B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ABBD370-A03F-47C5-94AB-928A19AFEF17}" type="pres">
      <dgm:prSet presAssocID="{C5E90DD3-B016-44EB-B134-EA205359676B}" presName="spaceRect" presStyleCnt="0"/>
      <dgm:spPr/>
    </dgm:pt>
    <dgm:pt modelId="{C728B00E-45C0-4A15-B194-30B8014B6B2B}" type="pres">
      <dgm:prSet presAssocID="{C5E90DD3-B016-44EB-B134-EA205359676B}" presName="textRect" presStyleLbl="revTx" presStyleIdx="3" presStyleCnt="7">
        <dgm:presLayoutVars>
          <dgm:chMax val="1"/>
          <dgm:chPref val="1"/>
        </dgm:presLayoutVars>
      </dgm:prSet>
      <dgm:spPr/>
    </dgm:pt>
    <dgm:pt modelId="{0C745012-626E-4591-BCEE-A83002FBB04D}" type="pres">
      <dgm:prSet presAssocID="{60581B3D-1D14-4CA2-BA66-09AC31FC6C0E}" presName="sibTrans" presStyleCnt="0"/>
      <dgm:spPr/>
    </dgm:pt>
    <dgm:pt modelId="{05300E41-8707-48CF-A6E7-8EFD771C9EDC}" type="pres">
      <dgm:prSet presAssocID="{0F93CFB1-D0A0-430C-9AE0-81160BEC25AA}" presName="compNode" presStyleCnt="0"/>
      <dgm:spPr/>
    </dgm:pt>
    <dgm:pt modelId="{F644CBF6-D057-4C6B-B8A6-E7F6304D5960}" type="pres">
      <dgm:prSet presAssocID="{0F93CFB1-D0A0-430C-9AE0-81160BEC25AA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8C278950-03BC-4533-8377-BF3D96BC2C1E}" type="pres">
      <dgm:prSet presAssocID="{0F93CFB1-D0A0-430C-9AE0-81160BEC25AA}" presName="spaceRect" presStyleCnt="0"/>
      <dgm:spPr/>
    </dgm:pt>
    <dgm:pt modelId="{8F76938A-CE3A-4008-A7B9-59EE176AF13B}" type="pres">
      <dgm:prSet presAssocID="{0F93CFB1-D0A0-430C-9AE0-81160BEC25AA}" presName="textRect" presStyleLbl="revTx" presStyleIdx="4" presStyleCnt="7">
        <dgm:presLayoutVars>
          <dgm:chMax val="1"/>
          <dgm:chPref val="1"/>
        </dgm:presLayoutVars>
      </dgm:prSet>
      <dgm:spPr/>
    </dgm:pt>
    <dgm:pt modelId="{7A6C1C75-5D4F-4D06-ACE6-5015F81166A1}" type="pres">
      <dgm:prSet presAssocID="{CCCF0601-8674-461F-9050-6A140D4367D1}" presName="sibTrans" presStyleCnt="0"/>
      <dgm:spPr/>
    </dgm:pt>
    <dgm:pt modelId="{057D52EE-82F8-46D2-907E-EC8ADD06E536}" type="pres">
      <dgm:prSet presAssocID="{77452C5D-645F-46D2-8B69-F684358F7CD8}" presName="compNode" presStyleCnt="0"/>
      <dgm:spPr/>
    </dgm:pt>
    <dgm:pt modelId="{6E51DEA5-1970-46CA-879F-46833211DB35}" type="pres">
      <dgm:prSet presAssocID="{77452C5D-645F-46D2-8B69-F684358F7CD8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FA75F81C-07A8-4EB5-84D4-F7966240824D}" type="pres">
      <dgm:prSet presAssocID="{77452C5D-645F-46D2-8B69-F684358F7CD8}" presName="spaceRect" presStyleCnt="0"/>
      <dgm:spPr/>
    </dgm:pt>
    <dgm:pt modelId="{101E44B1-C961-4046-9C0D-D3BB404AE296}" type="pres">
      <dgm:prSet presAssocID="{77452C5D-645F-46D2-8B69-F684358F7CD8}" presName="textRect" presStyleLbl="revTx" presStyleIdx="5" presStyleCnt="7">
        <dgm:presLayoutVars>
          <dgm:chMax val="1"/>
          <dgm:chPref val="1"/>
        </dgm:presLayoutVars>
      </dgm:prSet>
      <dgm:spPr/>
    </dgm:pt>
    <dgm:pt modelId="{2C14B25C-AA95-4C86-99AA-F6DB8221CDB2}" type="pres">
      <dgm:prSet presAssocID="{02FF3595-D07A-4CB6-8037-A638AED507F3}" presName="sibTrans" presStyleCnt="0"/>
      <dgm:spPr/>
    </dgm:pt>
    <dgm:pt modelId="{5ACED54B-2BA9-4379-95C4-0188978BD217}" type="pres">
      <dgm:prSet presAssocID="{5675AB6A-FD90-4167-9176-1FF1A98FD9F0}" presName="compNode" presStyleCnt="0"/>
      <dgm:spPr/>
    </dgm:pt>
    <dgm:pt modelId="{7B298801-129B-49AE-9964-4FA1EB80588E}" type="pres">
      <dgm:prSet presAssocID="{5675AB6A-FD90-4167-9176-1FF1A98FD9F0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934AA6A4-4ED5-4FD9-A0C3-6B8E1205D84D}" type="pres">
      <dgm:prSet presAssocID="{5675AB6A-FD90-4167-9176-1FF1A98FD9F0}" presName="spaceRect" presStyleCnt="0"/>
      <dgm:spPr/>
    </dgm:pt>
    <dgm:pt modelId="{461303A2-1FD4-4561-9C15-C0358CCD1636}" type="pres">
      <dgm:prSet presAssocID="{5675AB6A-FD90-4167-9176-1FF1A98FD9F0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30769703-4661-4906-B6EA-4AEEB57C090E}" srcId="{C87D4307-D3CB-4B53-B66D-686A73534458}" destId="{E4CD166D-FE03-4818-86A2-7BC0B77AA6E8}" srcOrd="0" destOrd="0" parTransId="{00CFB11A-107E-4E50-B51B-BFF17A903FAF}" sibTransId="{FF62DBAA-E467-49B7-8D1D-D0ABEAD741E8}"/>
    <dgm:cxn modelId="{996BB207-B6EB-4DDE-BA44-1B74A0D8DD24}" type="presOf" srcId="{0F93CFB1-D0A0-430C-9AE0-81160BEC25AA}" destId="{8F76938A-CE3A-4008-A7B9-59EE176AF13B}" srcOrd="0" destOrd="0" presId="urn:microsoft.com/office/officeart/2018/2/layout/IconLabelList"/>
    <dgm:cxn modelId="{F7BDEE5C-3755-421A-90C7-B97A789CB709}" type="presOf" srcId="{C87D4307-D3CB-4B53-B66D-686A73534458}" destId="{417D0879-EF4A-4842-BBE2-986C2A283734}" srcOrd="0" destOrd="0" presId="urn:microsoft.com/office/officeart/2018/2/layout/IconLabelList"/>
    <dgm:cxn modelId="{CC3DD467-DD12-4421-974E-77988AEBE755}" srcId="{C87D4307-D3CB-4B53-B66D-686A73534458}" destId="{C5E90DD3-B016-44EB-B134-EA205359676B}" srcOrd="3" destOrd="0" parTransId="{65DD5AF3-DE90-4157-B9A5-A6FCB9D256F7}" sibTransId="{60581B3D-1D14-4CA2-BA66-09AC31FC6C0E}"/>
    <dgm:cxn modelId="{0D25974C-CA38-4452-B3AB-F7638A143BE7}" type="presOf" srcId="{C5E90DD3-B016-44EB-B134-EA205359676B}" destId="{C728B00E-45C0-4A15-B194-30B8014B6B2B}" srcOrd="0" destOrd="0" presId="urn:microsoft.com/office/officeart/2018/2/layout/IconLabelList"/>
    <dgm:cxn modelId="{9BBCBA4E-B69E-479D-A0CA-C954AE106525}" srcId="{C87D4307-D3CB-4B53-B66D-686A73534458}" destId="{D7712E04-C6FD-406E-994C-9497F5472B57}" srcOrd="2" destOrd="0" parTransId="{04BDA473-3D3D-4033-B228-0F737BEA6788}" sibTransId="{86EF9712-F11B-4DF8-A5D3-4B8899781878}"/>
    <dgm:cxn modelId="{FE2A167B-16E1-4997-90C3-F5481B6A9828}" type="presOf" srcId="{28B9D142-3B15-4E78-AD79-095AE02E5308}" destId="{C8BD5039-6C15-49B8-A602-9B2E89341D7A}" srcOrd="0" destOrd="0" presId="urn:microsoft.com/office/officeart/2018/2/layout/IconLabelList"/>
    <dgm:cxn modelId="{B9DFBE83-3601-42DA-AC75-8E159069754B}" type="presOf" srcId="{77452C5D-645F-46D2-8B69-F684358F7CD8}" destId="{101E44B1-C961-4046-9C0D-D3BB404AE296}" srcOrd="0" destOrd="0" presId="urn:microsoft.com/office/officeart/2018/2/layout/IconLabelList"/>
    <dgm:cxn modelId="{D7F8EEB0-06B9-4C8A-AD6A-87B3D3370D55}" srcId="{C87D4307-D3CB-4B53-B66D-686A73534458}" destId="{28B9D142-3B15-4E78-AD79-095AE02E5308}" srcOrd="1" destOrd="0" parTransId="{8E177AC7-A566-4728-812D-F9839C414D8D}" sibTransId="{8C99903A-9B48-42D9-BFA2-9E0A9766E3BA}"/>
    <dgm:cxn modelId="{9F02BCDB-0C58-45F1-B3F9-EB2D0FD9BC0E}" type="presOf" srcId="{E4CD166D-FE03-4818-86A2-7BC0B77AA6E8}" destId="{6DAFC5A0-FF13-4B33-8878-BBCAE57F040C}" srcOrd="0" destOrd="0" presId="urn:microsoft.com/office/officeart/2018/2/layout/IconLabelList"/>
    <dgm:cxn modelId="{0B2027DE-EC17-4A43-983A-BF77C5E1C914}" type="presOf" srcId="{5675AB6A-FD90-4167-9176-1FF1A98FD9F0}" destId="{461303A2-1FD4-4561-9C15-C0358CCD1636}" srcOrd="0" destOrd="0" presId="urn:microsoft.com/office/officeart/2018/2/layout/IconLabelList"/>
    <dgm:cxn modelId="{75194BE1-5503-4641-A204-2DC09D61CAE3}" type="presOf" srcId="{D7712E04-C6FD-406E-994C-9497F5472B57}" destId="{9A2086DC-13A1-4428-BADD-4AA77D2B70E4}" srcOrd="0" destOrd="0" presId="urn:microsoft.com/office/officeart/2018/2/layout/IconLabelList"/>
    <dgm:cxn modelId="{8C40F9F1-D43A-4412-AECA-C9F2EAA72579}" srcId="{C87D4307-D3CB-4B53-B66D-686A73534458}" destId="{0F93CFB1-D0A0-430C-9AE0-81160BEC25AA}" srcOrd="4" destOrd="0" parTransId="{432BA707-5510-4601-BAFE-016DA006C432}" sibTransId="{CCCF0601-8674-461F-9050-6A140D4367D1}"/>
    <dgm:cxn modelId="{DF2C73F7-AD27-45A0-A9EA-E5ECAF35C389}" srcId="{C87D4307-D3CB-4B53-B66D-686A73534458}" destId="{77452C5D-645F-46D2-8B69-F684358F7CD8}" srcOrd="5" destOrd="0" parTransId="{C8523028-D297-496D-8AEF-17B60E70C380}" sibTransId="{02FF3595-D07A-4CB6-8037-A638AED507F3}"/>
    <dgm:cxn modelId="{FDCE70FE-5788-4B8E-9A3A-A5B5CB0077FB}" srcId="{C87D4307-D3CB-4B53-B66D-686A73534458}" destId="{5675AB6A-FD90-4167-9176-1FF1A98FD9F0}" srcOrd="6" destOrd="0" parTransId="{32FC3E9A-D3BB-4F1F-A9F1-3AA83F87F17D}" sibTransId="{D0E97E7F-BC50-43C2-910D-E4B1F4FAA13D}"/>
    <dgm:cxn modelId="{55733A2F-BDEE-471D-AC5A-FA11830C6D9D}" type="presParOf" srcId="{417D0879-EF4A-4842-BBE2-986C2A283734}" destId="{0F76A97B-0596-43E5-954F-99DE29EEF86D}" srcOrd="0" destOrd="0" presId="urn:microsoft.com/office/officeart/2018/2/layout/IconLabelList"/>
    <dgm:cxn modelId="{4EDDFDA2-CF4B-4D67-AE20-921403CC4DD1}" type="presParOf" srcId="{0F76A97B-0596-43E5-954F-99DE29EEF86D}" destId="{9616B2DC-A85F-4051-B32C-41F4DF6C1CA2}" srcOrd="0" destOrd="0" presId="urn:microsoft.com/office/officeart/2018/2/layout/IconLabelList"/>
    <dgm:cxn modelId="{00BBD8D2-A3FB-496B-9DDD-7302C15308A6}" type="presParOf" srcId="{0F76A97B-0596-43E5-954F-99DE29EEF86D}" destId="{E52DDCD4-C5EF-47CE-8651-BA006F8A2909}" srcOrd="1" destOrd="0" presId="urn:microsoft.com/office/officeart/2018/2/layout/IconLabelList"/>
    <dgm:cxn modelId="{71A25CE0-7D59-4473-8AAD-7FF686ABCF44}" type="presParOf" srcId="{0F76A97B-0596-43E5-954F-99DE29EEF86D}" destId="{6DAFC5A0-FF13-4B33-8878-BBCAE57F040C}" srcOrd="2" destOrd="0" presId="urn:microsoft.com/office/officeart/2018/2/layout/IconLabelList"/>
    <dgm:cxn modelId="{5F0869FF-A880-40F0-A9E8-164F52C3F3A9}" type="presParOf" srcId="{417D0879-EF4A-4842-BBE2-986C2A283734}" destId="{2904687C-22D8-4D6E-8E63-B27419C3D230}" srcOrd="1" destOrd="0" presId="urn:microsoft.com/office/officeart/2018/2/layout/IconLabelList"/>
    <dgm:cxn modelId="{6F987E22-3FD9-4C24-93B4-C34F51E2BB1A}" type="presParOf" srcId="{417D0879-EF4A-4842-BBE2-986C2A283734}" destId="{7AEDC1E5-7C86-4B94-B846-6974B31671FD}" srcOrd="2" destOrd="0" presId="urn:microsoft.com/office/officeart/2018/2/layout/IconLabelList"/>
    <dgm:cxn modelId="{76DA5765-2804-46F8-A116-965B5C0530A7}" type="presParOf" srcId="{7AEDC1E5-7C86-4B94-B846-6974B31671FD}" destId="{7ADFEB68-A185-4D67-A1C3-CC82180A7151}" srcOrd="0" destOrd="0" presId="urn:microsoft.com/office/officeart/2018/2/layout/IconLabelList"/>
    <dgm:cxn modelId="{5F3C1CC5-2037-4B38-8D69-4B6D8D421D99}" type="presParOf" srcId="{7AEDC1E5-7C86-4B94-B846-6974B31671FD}" destId="{B0FA4314-B697-494B-814B-06AD082657DF}" srcOrd="1" destOrd="0" presId="urn:microsoft.com/office/officeart/2018/2/layout/IconLabelList"/>
    <dgm:cxn modelId="{2E009431-254B-4BF3-84E5-0570D11B3B2A}" type="presParOf" srcId="{7AEDC1E5-7C86-4B94-B846-6974B31671FD}" destId="{C8BD5039-6C15-49B8-A602-9B2E89341D7A}" srcOrd="2" destOrd="0" presId="urn:microsoft.com/office/officeart/2018/2/layout/IconLabelList"/>
    <dgm:cxn modelId="{D5A90E69-0BD2-4EBF-97D4-BBD30F361CD4}" type="presParOf" srcId="{417D0879-EF4A-4842-BBE2-986C2A283734}" destId="{78A75AC5-A0DD-48BD-A351-92A2F5759901}" srcOrd="3" destOrd="0" presId="urn:microsoft.com/office/officeart/2018/2/layout/IconLabelList"/>
    <dgm:cxn modelId="{D05A74C0-7432-428D-9556-B131E4F326B4}" type="presParOf" srcId="{417D0879-EF4A-4842-BBE2-986C2A283734}" destId="{06753C7B-026C-466D-9B4F-1E85B5295F6A}" srcOrd="4" destOrd="0" presId="urn:microsoft.com/office/officeart/2018/2/layout/IconLabelList"/>
    <dgm:cxn modelId="{68D2596A-2753-41B1-A261-CE0DDB6B64DA}" type="presParOf" srcId="{06753C7B-026C-466D-9B4F-1E85B5295F6A}" destId="{24BB8A70-F0D7-49CA-BC0B-9AE6FF350DFE}" srcOrd="0" destOrd="0" presId="urn:microsoft.com/office/officeart/2018/2/layout/IconLabelList"/>
    <dgm:cxn modelId="{51777ED7-4EC1-4708-A4A4-F66A43DEB740}" type="presParOf" srcId="{06753C7B-026C-466D-9B4F-1E85B5295F6A}" destId="{2E4E0DE8-0F43-43B2-84DC-9246B12D9848}" srcOrd="1" destOrd="0" presId="urn:microsoft.com/office/officeart/2018/2/layout/IconLabelList"/>
    <dgm:cxn modelId="{5F4B10F9-548F-441E-9E35-0E6A7DB47DE3}" type="presParOf" srcId="{06753C7B-026C-466D-9B4F-1E85B5295F6A}" destId="{9A2086DC-13A1-4428-BADD-4AA77D2B70E4}" srcOrd="2" destOrd="0" presId="urn:microsoft.com/office/officeart/2018/2/layout/IconLabelList"/>
    <dgm:cxn modelId="{29533558-DE64-4A90-AA89-6ED8E9988FA6}" type="presParOf" srcId="{417D0879-EF4A-4842-BBE2-986C2A283734}" destId="{21BA1DF6-AAE6-4556-B9B8-24FA3A886C5D}" srcOrd="5" destOrd="0" presId="urn:microsoft.com/office/officeart/2018/2/layout/IconLabelList"/>
    <dgm:cxn modelId="{3B1B5CA9-87E8-4CBE-A473-E9433A5009A1}" type="presParOf" srcId="{417D0879-EF4A-4842-BBE2-986C2A283734}" destId="{120BA41E-E59C-4C09-B6FF-5B945FC742BE}" srcOrd="6" destOrd="0" presId="urn:microsoft.com/office/officeart/2018/2/layout/IconLabelList"/>
    <dgm:cxn modelId="{8A4497D4-B8E9-4A7E-BC92-68CA14AC1815}" type="presParOf" srcId="{120BA41E-E59C-4C09-B6FF-5B945FC742BE}" destId="{30570C42-ECEA-4363-8B92-F467FCF41808}" srcOrd="0" destOrd="0" presId="urn:microsoft.com/office/officeart/2018/2/layout/IconLabelList"/>
    <dgm:cxn modelId="{8EBC72BC-9316-44C2-BFD4-7204A73861FC}" type="presParOf" srcId="{120BA41E-E59C-4C09-B6FF-5B945FC742BE}" destId="{5ABBD370-A03F-47C5-94AB-928A19AFEF17}" srcOrd="1" destOrd="0" presId="urn:microsoft.com/office/officeart/2018/2/layout/IconLabelList"/>
    <dgm:cxn modelId="{DC0FBF14-DF6F-493D-8CFB-D953E5170528}" type="presParOf" srcId="{120BA41E-E59C-4C09-B6FF-5B945FC742BE}" destId="{C728B00E-45C0-4A15-B194-30B8014B6B2B}" srcOrd="2" destOrd="0" presId="urn:microsoft.com/office/officeart/2018/2/layout/IconLabelList"/>
    <dgm:cxn modelId="{CE2E7DD4-8F1B-4D12-AAEF-42D22259F6F8}" type="presParOf" srcId="{417D0879-EF4A-4842-BBE2-986C2A283734}" destId="{0C745012-626E-4591-BCEE-A83002FBB04D}" srcOrd="7" destOrd="0" presId="urn:microsoft.com/office/officeart/2018/2/layout/IconLabelList"/>
    <dgm:cxn modelId="{DC2369F7-6793-4AB8-A800-A969E58354EF}" type="presParOf" srcId="{417D0879-EF4A-4842-BBE2-986C2A283734}" destId="{05300E41-8707-48CF-A6E7-8EFD771C9EDC}" srcOrd="8" destOrd="0" presId="urn:microsoft.com/office/officeart/2018/2/layout/IconLabelList"/>
    <dgm:cxn modelId="{2FE9702D-69EC-4EFB-B952-9930CD088CBC}" type="presParOf" srcId="{05300E41-8707-48CF-A6E7-8EFD771C9EDC}" destId="{F644CBF6-D057-4C6B-B8A6-E7F6304D5960}" srcOrd="0" destOrd="0" presId="urn:microsoft.com/office/officeart/2018/2/layout/IconLabelList"/>
    <dgm:cxn modelId="{AB7CD95D-CBB1-4350-ACBE-678602028BA9}" type="presParOf" srcId="{05300E41-8707-48CF-A6E7-8EFD771C9EDC}" destId="{8C278950-03BC-4533-8377-BF3D96BC2C1E}" srcOrd="1" destOrd="0" presId="urn:microsoft.com/office/officeart/2018/2/layout/IconLabelList"/>
    <dgm:cxn modelId="{501E6D7B-5391-4E76-A533-47BA16C8B1DD}" type="presParOf" srcId="{05300E41-8707-48CF-A6E7-8EFD771C9EDC}" destId="{8F76938A-CE3A-4008-A7B9-59EE176AF13B}" srcOrd="2" destOrd="0" presId="urn:microsoft.com/office/officeart/2018/2/layout/IconLabelList"/>
    <dgm:cxn modelId="{DA43328B-5D71-4E1D-AD2A-FDA83E79B3DF}" type="presParOf" srcId="{417D0879-EF4A-4842-BBE2-986C2A283734}" destId="{7A6C1C75-5D4F-4D06-ACE6-5015F81166A1}" srcOrd="9" destOrd="0" presId="urn:microsoft.com/office/officeart/2018/2/layout/IconLabelList"/>
    <dgm:cxn modelId="{5CC35A7B-BB87-4FB4-A644-660349CD79D2}" type="presParOf" srcId="{417D0879-EF4A-4842-BBE2-986C2A283734}" destId="{057D52EE-82F8-46D2-907E-EC8ADD06E536}" srcOrd="10" destOrd="0" presId="urn:microsoft.com/office/officeart/2018/2/layout/IconLabelList"/>
    <dgm:cxn modelId="{A68ABACF-DA40-48BB-89DC-A66586650723}" type="presParOf" srcId="{057D52EE-82F8-46D2-907E-EC8ADD06E536}" destId="{6E51DEA5-1970-46CA-879F-46833211DB35}" srcOrd="0" destOrd="0" presId="urn:microsoft.com/office/officeart/2018/2/layout/IconLabelList"/>
    <dgm:cxn modelId="{7C88C4BB-C2CB-4035-B6D7-14C75A99C53B}" type="presParOf" srcId="{057D52EE-82F8-46D2-907E-EC8ADD06E536}" destId="{FA75F81C-07A8-4EB5-84D4-F7966240824D}" srcOrd="1" destOrd="0" presId="urn:microsoft.com/office/officeart/2018/2/layout/IconLabelList"/>
    <dgm:cxn modelId="{0688EB38-87ED-4487-A801-0606C1810E72}" type="presParOf" srcId="{057D52EE-82F8-46D2-907E-EC8ADD06E536}" destId="{101E44B1-C961-4046-9C0D-D3BB404AE296}" srcOrd="2" destOrd="0" presId="urn:microsoft.com/office/officeart/2018/2/layout/IconLabelList"/>
    <dgm:cxn modelId="{9F4D65C7-4426-48A9-998D-1E436D8AD886}" type="presParOf" srcId="{417D0879-EF4A-4842-BBE2-986C2A283734}" destId="{2C14B25C-AA95-4C86-99AA-F6DB8221CDB2}" srcOrd="11" destOrd="0" presId="urn:microsoft.com/office/officeart/2018/2/layout/IconLabelList"/>
    <dgm:cxn modelId="{EEC7B4FB-2DAE-4269-B4E9-DBCAC2182B3A}" type="presParOf" srcId="{417D0879-EF4A-4842-BBE2-986C2A283734}" destId="{5ACED54B-2BA9-4379-95C4-0188978BD217}" srcOrd="12" destOrd="0" presId="urn:microsoft.com/office/officeart/2018/2/layout/IconLabelList"/>
    <dgm:cxn modelId="{5406DE2F-AED4-4C6A-A7F2-A1AB0AAE247F}" type="presParOf" srcId="{5ACED54B-2BA9-4379-95C4-0188978BD217}" destId="{7B298801-129B-49AE-9964-4FA1EB80588E}" srcOrd="0" destOrd="0" presId="urn:microsoft.com/office/officeart/2018/2/layout/IconLabelList"/>
    <dgm:cxn modelId="{F98EB7E9-3C75-4633-A444-C8A3538D49AC}" type="presParOf" srcId="{5ACED54B-2BA9-4379-95C4-0188978BD217}" destId="{934AA6A4-4ED5-4FD9-A0C3-6B8E1205D84D}" srcOrd="1" destOrd="0" presId="urn:microsoft.com/office/officeart/2018/2/layout/IconLabelList"/>
    <dgm:cxn modelId="{2E628A7E-2AFA-4E2E-A1F0-8D2B5CD8AEAF}" type="presParOf" srcId="{5ACED54B-2BA9-4379-95C4-0188978BD217}" destId="{461303A2-1FD4-4561-9C15-C0358CCD163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C0AC388-BA01-466C-95CA-5120CAF837A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979589-96D0-4812-B49D-F10E58B628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dataset includes critical information for analyzing insurance operations and performance. It consists of:</a:t>
          </a:r>
        </a:p>
      </dgm:t>
    </dgm:pt>
    <dgm:pt modelId="{9D30C3C7-E397-433B-BA53-7EF09568F250}" type="parTrans" cxnId="{F5AF454B-BF40-47BD-8306-F335ED04AF76}">
      <dgm:prSet/>
      <dgm:spPr/>
      <dgm:t>
        <a:bodyPr/>
        <a:lstStyle/>
        <a:p>
          <a:endParaRPr lang="en-US"/>
        </a:p>
      </dgm:t>
    </dgm:pt>
    <dgm:pt modelId="{8A1C2F4C-F036-4B20-9187-C19FDD5F59A2}" type="sibTrans" cxnId="{F5AF454B-BF40-47BD-8306-F335ED04AF76}">
      <dgm:prSet/>
      <dgm:spPr/>
      <dgm:t>
        <a:bodyPr/>
        <a:lstStyle/>
        <a:p>
          <a:endParaRPr lang="en-US"/>
        </a:p>
      </dgm:t>
    </dgm:pt>
    <dgm:pt modelId="{915387EE-4D9F-4386-BFC2-4361302B86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Brokerage: Information about client policies, including details about income generation and renewal tracking.</a:t>
          </a:r>
        </a:p>
      </dgm:t>
    </dgm:pt>
    <dgm:pt modelId="{49CA56CD-32AF-4CA5-9E02-2AFD5E95F397}" type="parTrans" cxnId="{BDDC8A89-EC54-42C9-9E09-40DDA9589489}">
      <dgm:prSet/>
      <dgm:spPr/>
      <dgm:t>
        <a:bodyPr/>
        <a:lstStyle/>
        <a:p>
          <a:endParaRPr lang="en-US"/>
        </a:p>
      </dgm:t>
    </dgm:pt>
    <dgm:pt modelId="{F1B2B8E3-FC5B-4A32-8EFF-57C1ADD02354}" type="sibTrans" cxnId="{BDDC8A89-EC54-42C9-9E09-40DDA9589489}">
      <dgm:prSet/>
      <dgm:spPr/>
      <dgm:t>
        <a:bodyPr/>
        <a:lstStyle/>
        <a:p>
          <a:endParaRPr lang="en-US"/>
        </a:p>
      </dgm:t>
    </dgm:pt>
    <dgm:pt modelId="{E6761580-604D-4AFC-91FD-059B43460E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Fees: Data about all financial transactions associated with clients, segmented by transaction type and revenue source.</a:t>
          </a:r>
        </a:p>
      </dgm:t>
    </dgm:pt>
    <dgm:pt modelId="{9EEDC007-AA6F-4B8D-A7B0-8FB0189D1A98}" type="parTrans" cxnId="{BBED625C-AAB4-469F-BDAB-15659EFCBCFA}">
      <dgm:prSet/>
      <dgm:spPr/>
      <dgm:t>
        <a:bodyPr/>
        <a:lstStyle/>
        <a:p>
          <a:endParaRPr lang="en-US"/>
        </a:p>
      </dgm:t>
    </dgm:pt>
    <dgm:pt modelId="{577408D1-563E-49C1-93C1-966C9D5BFEEC}" type="sibTrans" cxnId="{BBED625C-AAB4-469F-BDAB-15659EFCBCFA}">
      <dgm:prSet/>
      <dgm:spPr/>
      <dgm:t>
        <a:bodyPr/>
        <a:lstStyle/>
        <a:p>
          <a:endParaRPr lang="en-US"/>
        </a:p>
      </dgm:t>
    </dgm:pt>
    <dgm:pt modelId="{D89968BD-4838-494D-B60D-8BF08D0851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Budget: Detailed insights into resource allocation across branches and employees, covering new initiatives and renewals.</a:t>
          </a:r>
        </a:p>
      </dgm:t>
    </dgm:pt>
    <dgm:pt modelId="{A3606D3D-0800-47B0-A397-558563D3BD06}" type="parTrans" cxnId="{13C9A199-C548-4375-92B4-ECC564451840}">
      <dgm:prSet/>
      <dgm:spPr/>
      <dgm:t>
        <a:bodyPr/>
        <a:lstStyle/>
        <a:p>
          <a:endParaRPr lang="en-US"/>
        </a:p>
      </dgm:t>
    </dgm:pt>
    <dgm:pt modelId="{92229E9E-3EA8-41A1-A2F1-222340EB5029}" type="sibTrans" cxnId="{13C9A199-C548-4375-92B4-ECC564451840}">
      <dgm:prSet/>
      <dgm:spPr/>
      <dgm:t>
        <a:bodyPr/>
        <a:lstStyle/>
        <a:p>
          <a:endParaRPr lang="en-US"/>
        </a:p>
      </dgm:t>
    </dgm:pt>
    <dgm:pt modelId="{F07550EA-B63D-4A53-A1C9-ADC97E26FF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Invoice: A comprehensive record of invoices issued, linking transactions to specific clients for tracking.</a:t>
          </a:r>
        </a:p>
      </dgm:t>
    </dgm:pt>
    <dgm:pt modelId="{2AFB5A7F-B8FB-4730-A909-49ABEDE02D17}" type="parTrans" cxnId="{C82EF204-9751-4833-BE93-4661BB8BD825}">
      <dgm:prSet/>
      <dgm:spPr/>
      <dgm:t>
        <a:bodyPr/>
        <a:lstStyle/>
        <a:p>
          <a:endParaRPr lang="en-US"/>
        </a:p>
      </dgm:t>
    </dgm:pt>
    <dgm:pt modelId="{2DFBD0BD-4167-445E-972B-D7BE54D52395}" type="sibTrans" cxnId="{C82EF204-9751-4833-BE93-4661BB8BD825}">
      <dgm:prSet/>
      <dgm:spPr/>
      <dgm:t>
        <a:bodyPr/>
        <a:lstStyle/>
        <a:p>
          <a:endParaRPr lang="en-US"/>
        </a:p>
      </dgm:t>
    </dgm:pt>
    <dgm:pt modelId="{83DA23AF-515C-4943-B79C-7CECA75272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Meeting: Logs of meetings managed by account executives, capturing branch associations and participants.</a:t>
          </a:r>
        </a:p>
      </dgm:t>
    </dgm:pt>
    <dgm:pt modelId="{C0F47773-E97E-4550-9CEB-296295AFA269}" type="parTrans" cxnId="{690B3E00-5F07-43CC-941D-B9C5BE0FDE35}">
      <dgm:prSet/>
      <dgm:spPr/>
      <dgm:t>
        <a:bodyPr/>
        <a:lstStyle/>
        <a:p>
          <a:endParaRPr lang="en-US"/>
        </a:p>
      </dgm:t>
    </dgm:pt>
    <dgm:pt modelId="{96070B96-E257-432F-A749-C3A969127CEF}" type="sibTrans" cxnId="{690B3E00-5F07-43CC-941D-B9C5BE0FDE35}">
      <dgm:prSet/>
      <dgm:spPr/>
      <dgm:t>
        <a:bodyPr/>
        <a:lstStyle/>
        <a:p>
          <a:endParaRPr lang="en-US"/>
        </a:p>
      </dgm:t>
    </dgm:pt>
    <dgm:pt modelId="{B14B8253-4EAE-4834-AAE1-B3BF74E3F7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Opportunity: Data on revenue opportunities handled by executives, including risk assessments and progress stages.</a:t>
          </a:r>
        </a:p>
      </dgm:t>
    </dgm:pt>
    <dgm:pt modelId="{B27DE12A-9EF1-4CAC-98DE-CD3C62931B70}" type="parTrans" cxnId="{3AE4C238-BF3E-4AA6-960D-B603F3DCE95D}">
      <dgm:prSet/>
      <dgm:spPr/>
      <dgm:t>
        <a:bodyPr/>
        <a:lstStyle/>
        <a:p>
          <a:endParaRPr lang="en-US"/>
        </a:p>
      </dgm:t>
    </dgm:pt>
    <dgm:pt modelId="{19E34312-B704-4F7E-91D0-0573AB5662EE}" type="sibTrans" cxnId="{3AE4C238-BF3E-4AA6-960D-B603F3DCE95D}">
      <dgm:prSet/>
      <dgm:spPr/>
      <dgm:t>
        <a:bodyPr/>
        <a:lstStyle/>
        <a:p>
          <a:endParaRPr lang="en-US"/>
        </a:p>
      </dgm:t>
    </dgm:pt>
    <dgm:pt modelId="{459CD2DE-5979-41DF-8FC8-6BEF98E0275E}" type="pres">
      <dgm:prSet presAssocID="{4C0AC388-BA01-466C-95CA-5120CAF837AC}" presName="root" presStyleCnt="0">
        <dgm:presLayoutVars>
          <dgm:dir/>
          <dgm:resizeHandles val="exact"/>
        </dgm:presLayoutVars>
      </dgm:prSet>
      <dgm:spPr/>
    </dgm:pt>
    <dgm:pt modelId="{0BBA27AC-7770-49F4-8D50-ECB39114AD45}" type="pres">
      <dgm:prSet presAssocID="{B7979589-96D0-4812-B49D-F10E58B6289C}" presName="compNode" presStyleCnt="0"/>
      <dgm:spPr/>
    </dgm:pt>
    <dgm:pt modelId="{FE71AF94-DFD2-4BEF-B865-7497E59B8F93}" type="pres">
      <dgm:prSet presAssocID="{B7979589-96D0-4812-B49D-F10E58B6289C}" presName="bgRect" presStyleLbl="bgShp" presStyleIdx="0" presStyleCnt="7"/>
      <dgm:spPr/>
    </dgm:pt>
    <dgm:pt modelId="{CF0291C8-D4DB-4890-BBF1-6F7EADDE2FE0}" type="pres">
      <dgm:prSet presAssocID="{B7979589-96D0-4812-B49D-F10E58B6289C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BAE7909-E642-4459-A228-10A3D6FF142C}" type="pres">
      <dgm:prSet presAssocID="{B7979589-96D0-4812-B49D-F10E58B6289C}" presName="spaceRect" presStyleCnt="0"/>
      <dgm:spPr/>
    </dgm:pt>
    <dgm:pt modelId="{1C48385A-B6C2-4A5F-A813-B3811A568661}" type="pres">
      <dgm:prSet presAssocID="{B7979589-96D0-4812-B49D-F10E58B6289C}" presName="parTx" presStyleLbl="revTx" presStyleIdx="0" presStyleCnt="7">
        <dgm:presLayoutVars>
          <dgm:chMax val="0"/>
          <dgm:chPref val="0"/>
        </dgm:presLayoutVars>
      </dgm:prSet>
      <dgm:spPr/>
    </dgm:pt>
    <dgm:pt modelId="{581E8A93-E74C-479B-8E79-A9D86A0209D5}" type="pres">
      <dgm:prSet presAssocID="{8A1C2F4C-F036-4B20-9187-C19FDD5F59A2}" presName="sibTrans" presStyleCnt="0"/>
      <dgm:spPr/>
    </dgm:pt>
    <dgm:pt modelId="{46928513-38EB-400E-93DA-77E24706AD9C}" type="pres">
      <dgm:prSet presAssocID="{915387EE-4D9F-4386-BFC2-4361302B8650}" presName="compNode" presStyleCnt="0"/>
      <dgm:spPr/>
    </dgm:pt>
    <dgm:pt modelId="{B142A7C0-EA6F-4E6A-A4D6-958F6C4E1798}" type="pres">
      <dgm:prSet presAssocID="{915387EE-4D9F-4386-BFC2-4361302B8650}" presName="bgRect" presStyleLbl="bgShp" presStyleIdx="1" presStyleCnt="7"/>
      <dgm:spPr/>
    </dgm:pt>
    <dgm:pt modelId="{7C2777C0-FF67-4B71-B879-E7117A69790D}" type="pres">
      <dgm:prSet presAssocID="{915387EE-4D9F-4386-BFC2-4361302B8650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767E2FFD-8208-4FB6-9837-41F24CB5E383}" type="pres">
      <dgm:prSet presAssocID="{915387EE-4D9F-4386-BFC2-4361302B8650}" presName="spaceRect" presStyleCnt="0"/>
      <dgm:spPr/>
    </dgm:pt>
    <dgm:pt modelId="{E15A1611-285B-4AC1-A2BF-59805B11908D}" type="pres">
      <dgm:prSet presAssocID="{915387EE-4D9F-4386-BFC2-4361302B8650}" presName="parTx" presStyleLbl="revTx" presStyleIdx="1" presStyleCnt="7">
        <dgm:presLayoutVars>
          <dgm:chMax val="0"/>
          <dgm:chPref val="0"/>
        </dgm:presLayoutVars>
      </dgm:prSet>
      <dgm:spPr/>
    </dgm:pt>
    <dgm:pt modelId="{86D3C24A-499A-4281-881C-358CC896A720}" type="pres">
      <dgm:prSet presAssocID="{F1B2B8E3-FC5B-4A32-8EFF-57C1ADD02354}" presName="sibTrans" presStyleCnt="0"/>
      <dgm:spPr/>
    </dgm:pt>
    <dgm:pt modelId="{BC558237-5FF9-4A97-97CA-D8D3C979DA05}" type="pres">
      <dgm:prSet presAssocID="{E6761580-604D-4AFC-91FD-059B43460E73}" presName="compNode" presStyleCnt="0"/>
      <dgm:spPr/>
    </dgm:pt>
    <dgm:pt modelId="{AAA21680-D475-4682-B0A5-511B6A999671}" type="pres">
      <dgm:prSet presAssocID="{E6761580-604D-4AFC-91FD-059B43460E73}" presName="bgRect" presStyleLbl="bgShp" presStyleIdx="2" presStyleCnt="7"/>
      <dgm:spPr/>
    </dgm:pt>
    <dgm:pt modelId="{49C912C5-7772-4331-A2FB-3CFDC06337D4}" type="pres">
      <dgm:prSet presAssocID="{E6761580-604D-4AFC-91FD-059B43460E73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8D8FA46E-B69B-4630-B759-53AB69B4A407}" type="pres">
      <dgm:prSet presAssocID="{E6761580-604D-4AFC-91FD-059B43460E73}" presName="spaceRect" presStyleCnt="0"/>
      <dgm:spPr/>
    </dgm:pt>
    <dgm:pt modelId="{8F4EAA1F-A464-4B25-ABC7-C47447692153}" type="pres">
      <dgm:prSet presAssocID="{E6761580-604D-4AFC-91FD-059B43460E73}" presName="parTx" presStyleLbl="revTx" presStyleIdx="2" presStyleCnt="7">
        <dgm:presLayoutVars>
          <dgm:chMax val="0"/>
          <dgm:chPref val="0"/>
        </dgm:presLayoutVars>
      </dgm:prSet>
      <dgm:spPr/>
    </dgm:pt>
    <dgm:pt modelId="{8394F691-C5B7-4437-973E-AB86F759DC66}" type="pres">
      <dgm:prSet presAssocID="{577408D1-563E-49C1-93C1-966C9D5BFEEC}" presName="sibTrans" presStyleCnt="0"/>
      <dgm:spPr/>
    </dgm:pt>
    <dgm:pt modelId="{A04B3686-7F2E-44DB-AB3E-2DEBD74131F3}" type="pres">
      <dgm:prSet presAssocID="{D89968BD-4838-494D-B60D-8BF08D085128}" presName="compNode" presStyleCnt="0"/>
      <dgm:spPr/>
    </dgm:pt>
    <dgm:pt modelId="{8D23787D-A0D0-4E77-A667-15B2371557FD}" type="pres">
      <dgm:prSet presAssocID="{D89968BD-4838-494D-B60D-8BF08D085128}" presName="bgRect" presStyleLbl="bgShp" presStyleIdx="3" presStyleCnt="7"/>
      <dgm:spPr/>
    </dgm:pt>
    <dgm:pt modelId="{6AEAA91C-8A38-4961-B841-7706AFE80525}" type="pres">
      <dgm:prSet presAssocID="{D89968BD-4838-494D-B60D-8BF08D085128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58F82E9A-7F22-4429-9898-44D2E52392A1}" type="pres">
      <dgm:prSet presAssocID="{D89968BD-4838-494D-B60D-8BF08D085128}" presName="spaceRect" presStyleCnt="0"/>
      <dgm:spPr/>
    </dgm:pt>
    <dgm:pt modelId="{F1F1813C-5946-4E99-9E5B-EA7389AE6486}" type="pres">
      <dgm:prSet presAssocID="{D89968BD-4838-494D-B60D-8BF08D085128}" presName="parTx" presStyleLbl="revTx" presStyleIdx="3" presStyleCnt="7">
        <dgm:presLayoutVars>
          <dgm:chMax val="0"/>
          <dgm:chPref val="0"/>
        </dgm:presLayoutVars>
      </dgm:prSet>
      <dgm:spPr/>
    </dgm:pt>
    <dgm:pt modelId="{DD2A483E-A387-463B-BF1E-99B1A16E7F10}" type="pres">
      <dgm:prSet presAssocID="{92229E9E-3EA8-41A1-A2F1-222340EB5029}" presName="sibTrans" presStyleCnt="0"/>
      <dgm:spPr/>
    </dgm:pt>
    <dgm:pt modelId="{3551E04C-E303-4716-BE88-0A91664AC8A2}" type="pres">
      <dgm:prSet presAssocID="{F07550EA-B63D-4A53-A1C9-ADC97E26FF49}" presName="compNode" presStyleCnt="0"/>
      <dgm:spPr/>
    </dgm:pt>
    <dgm:pt modelId="{14B9A0C5-08DE-4B8A-839E-A0D1C89048C4}" type="pres">
      <dgm:prSet presAssocID="{F07550EA-B63D-4A53-A1C9-ADC97E26FF49}" presName="bgRect" presStyleLbl="bgShp" presStyleIdx="4" presStyleCnt="7"/>
      <dgm:spPr/>
    </dgm:pt>
    <dgm:pt modelId="{F7D687C5-F48A-4920-AF5B-C662CA906CF3}" type="pres">
      <dgm:prSet presAssocID="{F07550EA-B63D-4A53-A1C9-ADC97E26FF49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023F1D39-930E-41E7-B459-B112007D3E73}" type="pres">
      <dgm:prSet presAssocID="{F07550EA-B63D-4A53-A1C9-ADC97E26FF49}" presName="spaceRect" presStyleCnt="0"/>
      <dgm:spPr/>
    </dgm:pt>
    <dgm:pt modelId="{C0472BCB-04AE-4A35-840E-FAEA62D1CA36}" type="pres">
      <dgm:prSet presAssocID="{F07550EA-B63D-4A53-A1C9-ADC97E26FF49}" presName="parTx" presStyleLbl="revTx" presStyleIdx="4" presStyleCnt="7">
        <dgm:presLayoutVars>
          <dgm:chMax val="0"/>
          <dgm:chPref val="0"/>
        </dgm:presLayoutVars>
      </dgm:prSet>
      <dgm:spPr/>
    </dgm:pt>
    <dgm:pt modelId="{4C564C2C-8015-436D-B1FD-CFED8EB18DB0}" type="pres">
      <dgm:prSet presAssocID="{2DFBD0BD-4167-445E-972B-D7BE54D52395}" presName="sibTrans" presStyleCnt="0"/>
      <dgm:spPr/>
    </dgm:pt>
    <dgm:pt modelId="{B098A61B-1477-460E-9275-766224C9C269}" type="pres">
      <dgm:prSet presAssocID="{83DA23AF-515C-4943-B79C-7CECA752721C}" presName="compNode" presStyleCnt="0"/>
      <dgm:spPr/>
    </dgm:pt>
    <dgm:pt modelId="{ADD72214-BBED-447F-96A4-721C41546D5A}" type="pres">
      <dgm:prSet presAssocID="{83DA23AF-515C-4943-B79C-7CECA752721C}" presName="bgRect" presStyleLbl="bgShp" presStyleIdx="5" presStyleCnt="7"/>
      <dgm:spPr/>
    </dgm:pt>
    <dgm:pt modelId="{34EC2605-C197-4F24-AED4-5DA1DF983D2B}" type="pres">
      <dgm:prSet presAssocID="{83DA23AF-515C-4943-B79C-7CECA752721C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59D1114B-EC13-4F99-8128-F1CE1C3AC444}" type="pres">
      <dgm:prSet presAssocID="{83DA23AF-515C-4943-B79C-7CECA752721C}" presName="spaceRect" presStyleCnt="0"/>
      <dgm:spPr/>
    </dgm:pt>
    <dgm:pt modelId="{B62C4788-D3D2-44C0-9872-07B11D82BF84}" type="pres">
      <dgm:prSet presAssocID="{83DA23AF-515C-4943-B79C-7CECA752721C}" presName="parTx" presStyleLbl="revTx" presStyleIdx="5" presStyleCnt="7">
        <dgm:presLayoutVars>
          <dgm:chMax val="0"/>
          <dgm:chPref val="0"/>
        </dgm:presLayoutVars>
      </dgm:prSet>
      <dgm:spPr/>
    </dgm:pt>
    <dgm:pt modelId="{5A114B51-1B4E-4AED-8339-CAAFA6B61B05}" type="pres">
      <dgm:prSet presAssocID="{96070B96-E257-432F-A749-C3A969127CEF}" presName="sibTrans" presStyleCnt="0"/>
      <dgm:spPr/>
    </dgm:pt>
    <dgm:pt modelId="{F52A39FB-DD2E-44BD-85F9-97CECC91E650}" type="pres">
      <dgm:prSet presAssocID="{B14B8253-4EAE-4834-AAE1-B3BF74E3F7C2}" presName="compNode" presStyleCnt="0"/>
      <dgm:spPr/>
    </dgm:pt>
    <dgm:pt modelId="{5BD73A35-C512-44B9-B6B5-E3FAD9B5A059}" type="pres">
      <dgm:prSet presAssocID="{B14B8253-4EAE-4834-AAE1-B3BF74E3F7C2}" presName="bgRect" presStyleLbl="bgShp" presStyleIdx="6" presStyleCnt="7"/>
      <dgm:spPr/>
    </dgm:pt>
    <dgm:pt modelId="{4A092B17-4510-454D-A87A-3674A0A63386}" type="pres">
      <dgm:prSet presAssocID="{B14B8253-4EAE-4834-AAE1-B3BF74E3F7C2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are"/>
        </a:ext>
      </dgm:extLst>
    </dgm:pt>
    <dgm:pt modelId="{7473D6CE-851A-48F4-B3E8-524D2EE1FEC9}" type="pres">
      <dgm:prSet presAssocID="{B14B8253-4EAE-4834-AAE1-B3BF74E3F7C2}" presName="spaceRect" presStyleCnt="0"/>
      <dgm:spPr/>
    </dgm:pt>
    <dgm:pt modelId="{0550A4EE-CD21-4346-81DC-0899E6A9B4E0}" type="pres">
      <dgm:prSet presAssocID="{B14B8253-4EAE-4834-AAE1-B3BF74E3F7C2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690B3E00-5F07-43CC-941D-B9C5BE0FDE35}" srcId="{4C0AC388-BA01-466C-95CA-5120CAF837AC}" destId="{83DA23AF-515C-4943-B79C-7CECA752721C}" srcOrd="5" destOrd="0" parTransId="{C0F47773-E97E-4550-9CEB-296295AFA269}" sibTransId="{96070B96-E257-432F-A749-C3A969127CEF}"/>
    <dgm:cxn modelId="{C82EF204-9751-4833-BE93-4661BB8BD825}" srcId="{4C0AC388-BA01-466C-95CA-5120CAF837AC}" destId="{F07550EA-B63D-4A53-A1C9-ADC97E26FF49}" srcOrd="4" destOrd="0" parTransId="{2AFB5A7F-B8FB-4730-A909-49ABEDE02D17}" sibTransId="{2DFBD0BD-4167-445E-972B-D7BE54D52395}"/>
    <dgm:cxn modelId="{4B74A835-BC51-4884-8360-9302B36E5AA9}" type="presOf" srcId="{D89968BD-4838-494D-B60D-8BF08D085128}" destId="{F1F1813C-5946-4E99-9E5B-EA7389AE6486}" srcOrd="0" destOrd="0" presId="urn:microsoft.com/office/officeart/2018/2/layout/IconVerticalSolidList"/>
    <dgm:cxn modelId="{3AE4C238-BF3E-4AA6-960D-B603F3DCE95D}" srcId="{4C0AC388-BA01-466C-95CA-5120CAF837AC}" destId="{B14B8253-4EAE-4834-AAE1-B3BF74E3F7C2}" srcOrd="6" destOrd="0" parTransId="{B27DE12A-9EF1-4CAC-98DE-CD3C62931B70}" sibTransId="{19E34312-B704-4F7E-91D0-0573AB5662EE}"/>
    <dgm:cxn modelId="{BBED625C-AAB4-469F-BDAB-15659EFCBCFA}" srcId="{4C0AC388-BA01-466C-95CA-5120CAF837AC}" destId="{E6761580-604D-4AFC-91FD-059B43460E73}" srcOrd="2" destOrd="0" parTransId="{9EEDC007-AA6F-4B8D-A7B0-8FB0189D1A98}" sibTransId="{577408D1-563E-49C1-93C1-966C9D5BFEEC}"/>
    <dgm:cxn modelId="{F5AF454B-BF40-47BD-8306-F335ED04AF76}" srcId="{4C0AC388-BA01-466C-95CA-5120CAF837AC}" destId="{B7979589-96D0-4812-B49D-F10E58B6289C}" srcOrd="0" destOrd="0" parTransId="{9D30C3C7-E397-433B-BA53-7EF09568F250}" sibTransId="{8A1C2F4C-F036-4B20-9187-C19FDD5F59A2}"/>
    <dgm:cxn modelId="{1F9A2A54-C0AD-4E48-A5A8-92C818F41DF1}" type="presOf" srcId="{B7979589-96D0-4812-B49D-F10E58B6289C}" destId="{1C48385A-B6C2-4A5F-A813-B3811A568661}" srcOrd="0" destOrd="0" presId="urn:microsoft.com/office/officeart/2018/2/layout/IconVerticalSolidList"/>
    <dgm:cxn modelId="{8002C854-E269-4EFE-8D09-77293E97F565}" type="presOf" srcId="{B14B8253-4EAE-4834-AAE1-B3BF74E3F7C2}" destId="{0550A4EE-CD21-4346-81DC-0899E6A9B4E0}" srcOrd="0" destOrd="0" presId="urn:microsoft.com/office/officeart/2018/2/layout/IconVerticalSolidList"/>
    <dgm:cxn modelId="{E8C50379-67DB-4B37-9FFE-DA10E22268A0}" type="presOf" srcId="{83DA23AF-515C-4943-B79C-7CECA752721C}" destId="{B62C4788-D3D2-44C0-9872-07B11D82BF84}" srcOrd="0" destOrd="0" presId="urn:microsoft.com/office/officeart/2018/2/layout/IconVerticalSolidList"/>
    <dgm:cxn modelId="{BDDC8A89-EC54-42C9-9E09-40DDA9589489}" srcId="{4C0AC388-BA01-466C-95CA-5120CAF837AC}" destId="{915387EE-4D9F-4386-BFC2-4361302B8650}" srcOrd="1" destOrd="0" parTransId="{49CA56CD-32AF-4CA5-9E02-2AFD5E95F397}" sibTransId="{F1B2B8E3-FC5B-4A32-8EFF-57C1ADD02354}"/>
    <dgm:cxn modelId="{13C9A199-C548-4375-92B4-ECC564451840}" srcId="{4C0AC388-BA01-466C-95CA-5120CAF837AC}" destId="{D89968BD-4838-494D-B60D-8BF08D085128}" srcOrd="3" destOrd="0" parTransId="{A3606D3D-0800-47B0-A397-558563D3BD06}" sibTransId="{92229E9E-3EA8-41A1-A2F1-222340EB5029}"/>
    <dgm:cxn modelId="{BBB3C2BD-237B-4DB5-89F6-F7958217B476}" type="presOf" srcId="{915387EE-4D9F-4386-BFC2-4361302B8650}" destId="{E15A1611-285B-4AC1-A2BF-59805B11908D}" srcOrd="0" destOrd="0" presId="urn:microsoft.com/office/officeart/2018/2/layout/IconVerticalSolidList"/>
    <dgm:cxn modelId="{CD8E1EC3-158B-4A91-A96C-5F3EADA75065}" type="presOf" srcId="{F07550EA-B63D-4A53-A1C9-ADC97E26FF49}" destId="{C0472BCB-04AE-4A35-840E-FAEA62D1CA36}" srcOrd="0" destOrd="0" presId="urn:microsoft.com/office/officeart/2018/2/layout/IconVerticalSolidList"/>
    <dgm:cxn modelId="{29CFF0EE-138F-494E-844F-9F1AFDC6C03D}" type="presOf" srcId="{E6761580-604D-4AFC-91FD-059B43460E73}" destId="{8F4EAA1F-A464-4B25-ABC7-C47447692153}" srcOrd="0" destOrd="0" presId="urn:microsoft.com/office/officeart/2018/2/layout/IconVerticalSolidList"/>
    <dgm:cxn modelId="{DF6F37F0-0512-4C20-BDA4-4DC06F7110AA}" type="presOf" srcId="{4C0AC388-BA01-466C-95CA-5120CAF837AC}" destId="{459CD2DE-5979-41DF-8FC8-6BEF98E0275E}" srcOrd="0" destOrd="0" presId="urn:microsoft.com/office/officeart/2018/2/layout/IconVerticalSolidList"/>
    <dgm:cxn modelId="{F454F69E-9071-4627-9060-31DFE2C80C51}" type="presParOf" srcId="{459CD2DE-5979-41DF-8FC8-6BEF98E0275E}" destId="{0BBA27AC-7770-49F4-8D50-ECB39114AD45}" srcOrd="0" destOrd="0" presId="urn:microsoft.com/office/officeart/2018/2/layout/IconVerticalSolidList"/>
    <dgm:cxn modelId="{36C340A5-990D-4B3D-8C4F-F23BA99536D7}" type="presParOf" srcId="{0BBA27AC-7770-49F4-8D50-ECB39114AD45}" destId="{FE71AF94-DFD2-4BEF-B865-7497E59B8F93}" srcOrd="0" destOrd="0" presId="urn:microsoft.com/office/officeart/2018/2/layout/IconVerticalSolidList"/>
    <dgm:cxn modelId="{CDAB2B2F-15AD-4F3E-896B-19EB00EA5623}" type="presParOf" srcId="{0BBA27AC-7770-49F4-8D50-ECB39114AD45}" destId="{CF0291C8-D4DB-4890-BBF1-6F7EADDE2FE0}" srcOrd="1" destOrd="0" presId="urn:microsoft.com/office/officeart/2018/2/layout/IconVerticalSolidList"/>
    <dgm:cxn modelId="{1995764E-9B05-4F16-8A2F-E70A7B69F561}" type="presParOf" srcId="{0BBA27AC-7770-49F4-8D50-ECB39114AD45}" destId="{CBAE7909-E642-4459-A228-10A3D6FF142C}" srcOrd="2" destOrd="0" presId="urn:microsoft.com/office/officeart/2018/2/layout/IconVerticalSolidList"/>
    <dgm:cxn modelId="{E1DA387E-B8F7-4173-8FE6-A8EDCBD7EFB7}" type="presParOf" srcId="{0BBA27AC-7770-49F4-8D50-ECB39114AD45}" destId="{1C48385A-B6C2-4A5F-A813-B3811A568661}" srcOrd="3" destOrd="0" presId="urn:microsoft.com/office/officeart/2018/2/layout/IconVerticalSolidList"/>
    <dgm:cxn modelId="{CBF4212D-69E9-426A-B7E7-B2C9F3664847}" type="presParOf" srcId="{459CD2DE-5979-41DF-8FC8-6BEF98E0275E}" destId="{581E8A93-E74C-479B-8E79-A9D86A0209D5}" srcOrd="1" destOrd="0" presId="urn:microsoft.com/office/officeart/2018/2/layout/IconVerticalSolidList"/>
    <dgm:cxn modelId="{EA8110D2-1CA8-414B-882E-75092D77F348}" type="presParOf" srcId="{459CD2DE-5979-41DF-8FC8-6BEF98E0275E}" destId="{46928513-38EB-400E-93DA-77E24706AD9C}" srcOrd="2" destOrd="0" presId="urn:microsoft.com/office/officeart/2018/2/layout/IconVerticalSolidList"/>
    <dgm:cxn modelId="{CE5B9FF6-0422-48A0-8543-1843DFA6795C}" type="presParOf" srcId="{46928513-38EB-400E-93DA-77E24706AD9C}" destId="{B142A7C0-EA6F-4E6A-A4D6-958F6C4E1798}" srcOrd="0" destOrd="0" presId="urn:microsoft.com/office/officeart/2018/2/layout/IconVerticalSolidList"/>
    <dgm:cxn modelId="{5FAADC76-1075-4DAC-A4AE-FE9D22A0CF77}" type="presParOf" srcId="{46928513-38EB-400E-93DA-77E24706AD9C}" destId="{7C2777C0-FF67-4B71-B879-E7117A69790D}" srcOrd="1" destOrd="0" presId="urn:microsoft.com/office/officeart/2018/2/layout/IconVerticalSolidList"/>
    <dgm:cxn modelId="{B9558952-323A-4E86-889E-D1CE2A3AAF24}" type="presParOf" srcId="{46928513-38EB-400E-93DA-77E24706AD9C}" destId="{767E2FFD-8208-4FB6-9837-41F24CB5E383}" srcOrd="2" destOrd="0" presId="urn:microsoft.com/office/officeart/2018/2/layout/IconVerticalSolidList"/>
    <dgm:cxn modelId="{929FBEA0-C28E-4032-A971-4182F0D16AE9}" type="presParOf" srcId="{46928513-38EB-400E-93DA-77E24706AD9C}" destId="{E15A1611-285B-4AC1-A2BF-59805B11908D}" srcOrd="3" destOrd="0" presId="urn:microsoft.com/office/officeart/2018/2/layout/IconVerticalSolidList"/>
    <dgm:cxn modelId="{806B94CC-BD1A-4DF2-827F-D2BEF809537F}" type="presParOf" srcId="{459CD2DE-5979-41DF-8FC8-6BEF98E0275E}" destId="{86D3C24A-499A-4281-881C-358CC896A720}" srcOrd="3" destOrd="0" presId="urn:microsoft.com/office/officeart/2018/2/layout/IconVerticalSolidList"/>
    <dgm:cxn modelId="{984E4938-934B-405C-B2F7-42B951AFAD90}" type="presParOf" srcId="{459CD2DE-5979-41DF-8FC8-6BEF98E0275E}" destId="{BC558237-5FF9-4A97-97CA-D8D3C979DA05}" srcOrd="4" destOrd="0" presId="urn:microsoft.com/office/officeart/2018/2/layout/IconVerticalSolidList"/>
    <dgm:cxn modelId="{60B1761F-E2CD-42BC-8524-7A489A6797B0}" type="presParOf" srcId="{BC558237-5FF9-4A97-97CA-D8D3C979DA05}" destId="{AAA21680-D475-4682-B0A5-511B6A999671}" srcOrd="0" destOrd="0" presId="urn:microsoft.com/office/officeart/2018/2/layout/IconVerticalSolidList"/>
    <dgm:cxn modelId="{FBD7788A-97F4-45CF-ACD8-502C830B8D20}" type="presParOf" srcId="{BC558237-5FF9-4A97-97CA-D8D3C979DA05}" destId="{49C912C5-7772-4331-A2FB-3CFDC06337D4}" srcOrd="1" destOrd="0" presId="urn:microsoft.com/office/officeart/2018/2/layout/IconVerticalSolidList"/>
    <dgm:cxn modelId="{8944B2E6-6597-4183-9632-7F90FFAE5675}" type="presParOf" srcId="{BC558237-5FF9-4A97-97CA-D8D3C979DA05}" destId="{8D8FA46E-B69B-4630-B759-53AB69B4A407}" srcOrd="2" destOrd="0" presId="urn:microsoft.com/office/officeart/2018/2/layout/IconVerticalSolidList"/>
    <dgm:cxn modelId="{DEB0F83C-B341-47D4-BCDD-D53799E0818A}" type="presParOf" srcId="{BC558237-5FF9-4A97-97CA-D8D3C979DA05}" destId="{8F4EAA1F-A464-4B25-ABC7-C47447692153}" srcOrd="3" destOrd="0" presId="urn:microsoft.com/office/officeart/2018/2/layout/IconVerticalSolidList"/>
    <dgm:cxn modelId="{968402AD-E90E-49E2-9098-E6D1704A3AEA}" type="presParOf" srcId="{459CD2DE-5979-41DF-8FC8-6BEF98E0275E}" destId="{8394F691-C5B7-4437-973E-AB86F759DC66}" srcOrd="5" destOrd="0" presId="urn:microsoft.com/office/officeart/2018/2/layout/IconVerticalSolidList"/>
    <dgm:cxn modelId="{C4B6A183-3F98-4D05-9338-4DCBDACB47E2}" type="presParOf" srcId="{459CD2DE-5979-41DF-8FC8-6BEF98E0275E}" destId="{A04B3686-7F2E-44DB-AB3E-2DEBD74131F3}" srcOrd="6" destOrd="0" presId="urn:microsoft.com/office/officeart/2018/2/layout/IconVerticalSolidList"/>
    <dgm:cxn modelId="{E5870B5A-3A07-446B-AF01-1089F549B7C5}" type="presParOf" srcId="{A04B3686-7F2E-44DB-AB3E-2DEBD74131F3}" destId="{8D23787D-A0D0-4E77-A667-15B2371557FD}" srcOrd="0" destOrd="0" presId="urn:microsoft.com/office/officeart/2018/2/layout/IconVerticalSolidList"/>
    <dgm:cxn modelId="{E6D3352F-F98C-4747-BE47-B69653F1D8EF}" type="presParOf" srcId="{A04B3686-7F2E-44DB-AB3E-2DEBD74131F3}" destId="{6AEAA91C-8A38-4961-B841-7706AFE80525}" srcOrd="1" destOrd="0" presId="urn:microsoft.com/office/officeart/2018/2/layout/IconVerticalSolidList"/>
    <dgm:cxn modelId="{C48935D5-DBE9-4A6F-ADD3-99A3EC644BDE}" type="presParOf" srcId="{A04B3686-7F2E-44DB-AB3E-2DEBD74131F3}" destId="{58F82E9A-7F22-4429-9898-44D2E52392A1}" srcOrd="2" destOrd="0" presId="urn:microsoft.com/office/officeart/2018/2/layout/IconVerticalSolidList"/>
    <dgm:cxn modelId="{D73A788B-44D4-49B6-BCB7-3814F4CB492F}" type="presParOf" srcId="{A04B3686-7F2E-44DB-AB3E-2DEBD74131F3}" destId="{F1F1813C-5946-4E99-9E5B-EA7389AE6486}" srcOrd="3" destOrd="0" presId="urn:microsoft.com/office/officeart/2018/2/layout/IconVerticalSolidList"/>
    <dgm:cxn modelId="{6B3FED44-4A9F-43E5-B13B-3A13A31B043D}" type="presParOf" srcId="{459CD2DE-5979-41DF-8FC8-6BEF98E0275E}" destId="{DD2A483E-A387-463B-BF1E-99B1A16E7F10}" srcOrd="7" destOrd="0" presId="urn:microsoft.com/office/officeart/2018/2/layout/IconVerticalSolidList"/>
    <dgm:cxn modelId="{6A2E4A41-85C8-45C1-946A-D8EE202CEC0C}" type="presParOf" srcId="{459CD2DE-5979-41DF-8FC8-6BEF98E0275E}" destId="{3551E04C-E303-4716-BE88-0A91664AC8A2}" srcOrd="8" destOrd="0" presId="urn:microsoft.com/office/officeart/2018/2/layout/IconVerticalSolidList"/>
    <dgm:cxn modelId="{8959936F-1861-4176-A369-267B2E576F5F}" type="presParOf" srcId="{3551E04C-E303-4716-BE88-0A91664AC8A2}" destId="{14B9A0C5-08DE-4B8A-839E-A0D1C89048C4}" srcOrd="0" destOrd="0" presId="urn:microsoft.com/office/officeart/2018/2/layout/IconVerticalSolidList"/>
    <dgm:cxn modelId="{64470248-C17C-47C1-B109-F79309EA5ED9}" type="presParOf" srcId="{3551E04C-E303-4716-BE88-0A91664AC8A2}" destId="{F7D687C5-F48A-4920-AF5B-C662CA906CF3}" srcOrd="1" destOrd="0" presId="urn:microsoft.com/office/officeart/2018/2/layout/IconVerticalSolidList"/>
    <dgm:cxn modelId="{9BC4BE68-1360-4BD6-A7F1-B82D75776F8A}" type="presParOf" srcId="{3551E04C-E303-4716-BE88-0A91664AC8A2}" destId="{023F1D39-930E-41E7-B459-B112007D3E73}" srcOrd="2" destOrd="0" presId="urn:microsoft.com/office/officeart/2018/2/layout/IconVerticalSolidList"/>
    <dgm:cxn modelId="{1C930A38-267F-41AF-9878-23A52A95A012}" type="presParOf" srcId="{3551E04C-E303-4716-BE88-0A91664AC8A2}" destId="{C0472BCB-04AE-4A35-840E-FAEA62D1CA36}" srcOrd="3" destOrd="0" presId="urn:microsoft.com/office/officeart/2018/2/layout/IconVerticalSolidList"/>
    <dgm:cxn modelId="{541966B8-99FC-4BE3-B8DB-A69B9DE7BFBC}" type="presParOf" srcId="{459CD2DE-5979-41DF-8FC8-6BEF98E0275E}" destId="{4C564C2C-8015-436D-B1FD-CFED8EB18DB0}" srcOrd="9" destOrd="0" presId="urn:microsoft.com/office/officeart/2018/2/layout/IconVerticalSolidList"/>
    <dgm:cxn modelId="{1EE26C61-E8DF-4F04-B789-09650F1E67D8}" type="presParOf" srcId="{459CD2DE-5979-41DF-8FC8-6BEF98E0275E}" destId="{B098A61B-1477-460E-9275-766224C9C269}" srcOrd="10" destOrd="0" presId="urn:microsoft.com/office/officeart/2018/2/layout/IconVerticalSolidList"/>
    <dgm:cxn modelId="{50DD5C2A-6D7A-494B-9304-BF7FB0BA8E3C}" type="presParOf" srcId="{B098A61B-1477-460E-9275-766224C9C269}" destId="{ADD72214-BBED-447F-96A4-721C41546D5A}" srcOrd="0" destOrd="0" presId="urn:microsoft.com/office/officeart/2018/2/layout/IconVerticalSolidList"/>
    <dgm:cxn modelId="{8D046ABC-E2AA-457B-BF2C-BD2E9252131E}" type="presParOf" srcId="{B098A61B-1477-460E-9275-766224C9C269}" destId="{34EC2605-C197-4F24-AED4-5DA1DF983D2B}" srcOrd="1" destOrd="0" presId="urn:microsoft.com/office/officeart/2018/2/layout/IconVerticalSolidList"/>
    <dgm:cxn modelId="{CCA9B731-7ABA-49CF-BE5B-B46752256E94}" type="presParOf" srcId="{B098A61B-1477-460E-9275-766224C9C269}" destId="{59D1114B-EC13-4F99-8128-F1CE1C3AC444}" srcOrd="2" destOrd="0" presId="urn:microsoft.com/office/officeart/2018/2/layout/IconVerticalSolidList"/>
    <dgm:cxn modelId="{AB6F6B5E-27AB-4EB2-AFDE-82C26A2F487E}" type="presParOf" srcId="{B098A61B-1477-460E-9275-766224C9C269}" destId="{B62C4788-D3D2-44C0-9872-07B11D82BF84}" srcOrd="3" destOrd="0" presId="urn:microsoft.com/office/officeart/2018/2/layout/IconVerticalSolidList"/>
    <dgm:cxn modelId="{EA4CA316-3EE9-4135-BF4F-2F7354C762F2}" type="presParOf" srcId="{459CD2DE-5979-41DF-8FC8-6BEF98E0275E}" destId="{5A114B51-1B4E-4AED-8339-CAAFA6B61B05}" srcOrd="11" destOrd="0" presId="urn:microsoft.com/office/officeart/2018/2/layout/IconVerticalSolidList"/>
    <dgm:cxn modelId="{9F178551-C02B-459B-8980-38A9AB0CE2FF}" type="presParOf" srcId="{459CD2DE-5979-41DF-8FC8-6BEF98E0275E}" destId="{F52A39FB-DD2E-44BD-85F9-97CECC91E650}" srcOrd="12" destOrd="0" presId="urn:microsoft.com/office/officeart/2018/2/layout/IconVerticalSolidList"/>
    <dgm:cxn modelId="{D927F96E-9415-4D2E-B449-CD73B394A017}" type="presParOf" srcId="{F52A39FB-DD2E-44BD-85F9-97CECC91E650}" destId="{5BD73A35-C512-44B9-B6B5-E3FAD9B5A059}" srcOrd="0" destOrd="0" presId="urn:microsoft.com/office/officeart/2018/2/layout/IconVerticalSolidList"/>
    <dgm:cxn modelId="{66F8FB2C-FB20-477F-A3D6-38975D1C8676}" type="presParOf" srcId="{F52A39FB-DD2E-44BD-85F9-97CECC91E650}" destId="{4A092B17-4510-454D-A87A-3674A0A63386}" srcOrd="1" destOrd="0" presId="urn:microsoft.com/office/officeart/2018/2/layout/IconVerticalSolidList"/>
    <dgm:cxn modelId="{902B78BB-8768-4E37-BAF9-10F8CCD9F3F8}" type="presParOf" srcId="{F52A39FB-DD2E-44BD-85F9-97CECC91E650}" destId="{7473D6CE-851A-48F4-B3E8-524D2EE1FEC9}" srcOrd="2" destOrd="0" presId="urn:microsoft.com/office/officeart/2018/2/layout/IconVerticalSolidList"/>
    <dgm:cxn modelId="{0A7967A8-650A-46CB-A025-B0C360CB7B94}" type="presParOf" srcId="{F52A39FB-DD2E-44BD-85F9-97CECC91E650}" destId="{0550A4EE-CD21-4346-81DC-0899E6A9B4E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349F6-3026-4803-B713-E0776263BFE1}">
      <dsp:nvSpPr>
        <dsp:cNvPr id="0" name=""/>
        <dsp:cNvSpPr/>
      </dsp:nvSpPr>
      <dsp:spPr>
        <a:xfrm>
          <a:off x="0" y="511"/>
          <a:ext cx="46709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AFC503D-09E3-4FFB-9D67-EE1A9C012E26}">
      <dsp:nvSpPr>
        <dsp:cNvPr id="0" name=""/>
        <dsp:cNvSpPr/>
      </dsp:nvSpPr>
      <dsp:spPr>
        <a:xfrm>
          <a:off x="0" y="511"/>
          <a:ext cx="4670937" cy="419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Ms. </a:t>
          </a:r>
          <a:r>
            <a:rPr lang="en-US" sz="1900" b="0" i="0" kern="1200" dirty="0"/>
            <a:t>Khushi Vishwakarma</a:t>
          </a:r>
          <a:endParaRPr lang="en-US" sz="1900" kern="1200" dirty="0"/>
        </a:p>
      </dsp:txBody>
      <dsp:txXfrm>
        <a:off x="0" y="511"/>
        <a:ext cx="4670937" cy="419149"/>
      </dsp:txXfrm>
    </dsp:sp>
    <dsp:sp modelId="{7B0CAE7A-C52E-4C51-A044-10F0FAC76234}">
      <dsp:nvSpPr>
        <dsp:cNvPr id="0" name=""/>
        <dsp:cNvSpPr/>
      </dsp:nvSpPr>
      <dsp:spPr>
        <a:xfrm>
          <a:off x="0" y="419661"/>
          <a:ext cx="46709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9DC04F3-E6F2-4341-8877-A5AF9C6DCCC2}">
      <dsp:nvSpPr>
        <dsp:cNvPr id="0" name=""/>
        <dsp:cNvSpPr/>
      </dsp:nvSpPr>
      <dsp:spPr>
        <a:xfrm>
          <a:off x="0" y="419661"/>
          <a:ext cx="4670937" cy="419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Mr. </a:t>
          </a:r>
          <a:r>
            <a:rPr lang="en-US" sz="1900" b="0" i="0" kern="1200" dirty="0"/>
            <a:t>Akash Kumar</a:t>
          </a:r>
          <a:endParaRPr lang="en-US" sz="1900" kern="1200" dirty="0"/>
        </a:p>
      </dsp:txBody>
      <dsp:txXfrm>
        <a:off x="0" y="419661"/>
        <a:ext cx="4670937" cy="419149"/>
      </dsp:txXfrm>
    </dsp:sp>
    <dsp:sp modelId="{DA3EB5A6-E48A-4589-8174-B8551909D6CA}">
      <dsp:nvSpPr>
        <dsp:cNvPr id="0" name=""/>
        <dsp:cNvSpPr/>
      </dsp:nvSpPr>
      <dsp:spPr>
        <a:xfrm>
          <a:off x="0" y="838811"/>
          <a:ext cx="46709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40E12C3-7FF6-40E6-830D-02603A3F3770}">
      <dsp:nvSpPr>
        <dsp:cNvPr id="0" name=""/>
        <dsp:cNvSpPr/>
      </dsp:nvSpPr>
      <dsp:spPr>
        <a:xfrm>
          <a:off x="0" y="838811"/>
          <a:ext cx="4670937" cy="419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Ms. </a:t>
          </a:r>
          <a:r>
            <a:rPr lang="en-US" sz="1900" b="0" i="0" kern="1200" dirty="0"/>
            <a:t>Akumalla Jahnavi</a:t>
          </a:r>
          <a:endParaRPr lang="en-US" sz="1900" kern="1200" dirty="0"/>
        </a:p>
      </dsp:txBody>
      <dsp:txXfrm>
        <a:off x="0" y="838811"/>
        <a:ext cx="4670937" cy="419149"/>
      </dsp:txXfrm>
    </dsp:sp>
    <dsp:sp modelId="{0925AE2E-2AE1-44A9-867C-C5754C2424D0}">
      <dsp:nvSpPr>
        <dsp:cNvPr id="0" name=""/>
        <dsp:cNvSpPr/>
      </dsp:nvSpPr>
      <dsp:spPr>
        <a:xfrm>
          <a:off x="0" y="1257960"/>
          <a:ext cx="46709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7958D68-174C-474B-AEA3-8B0D3E198DD6}">
      <dsp:nvSpPr>
        <dsp:cNvPr id="0" name=""/>
        <dsp:cNvSpPr/>
      </dsp:nvSpPr>
      <dsp:spPr>
        <a:xfrm>
          <a:off x="0" y="1257960"/>
          <a:ext cx="4670937" cy="419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Ms. </a:t>
          </a:r>
          <a:r>
            <a:rPr lang="en-US" sz="1900" b="0" i="0" kern="1200" dirty="0"/>
            <a:t>Mangala Patil</a:t>
          </a:r>
          <a:endParaRPr lang="en-US" sz="1900" kern="1200" dirty="0"/>
        </a:p>
      </dsp:txBody>
      <dsp:txXfrm>
        <a:off x="0" y="1257960"/>
        <a:ext cx="4670937" cy="419149"/>
      </dsp:txXfrm>
    </dsp:sp>
    <dsp:sp modelId="{FB76CB8E-FB29-4F31-96AB-EE3DBFA8AA04}">
      <dsp:nvSpPr>
        <dsp:cNvPr id="0" name=""/>
        <dsp:cNvSpPr/>
      </dsp:nvSpPr>
      <dsp:spPr>
        <a:xfrm>
          <a:off x="0" y="1677110"/>
          <a:ext cx="46709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840C959-8234-4707-B6C9-FACD69CE42D5}">
      <dsp:nvSpPr>
        <dsp:cNvPr id="0" name=""/>
        <dsp:cNvSpPr/>
      </dsp:nvSpPr>
      <dsp:spPr>
        <a:xfrm>
          <a:off x="0" y="1677110"/>
          <a:ext cx="4670937" cy="419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Mr. </a:t>
          </a:r>
          <a:r>
            <a:rPr lang="en-US" sz="1900" b="0" i="0" kern="1200" dirty="0"/>
            <a:t>Shubham Ramesh Uppar</a:t>
          </a:r>
          <a:endParaRPr lang="en-US" sz="1900" kern="1200" dirty="0"/>
        </a:p>
      </dsp:txBody>
      <dsp:txXfrm>
        <a:off x="0" y="1677110"/>
        <a:ext cx="4670937" cy="419149"/>
      </dsp:txXfrm>
    </dsp:sp>
    <dsp:sp modelId="{CCB00DE5-2F6F-43E3-9D31-35616DAFA294}">
      <dsp:nvSpPr>
        <dsp:cNvPr id="0" name=""/>
        <dsp:cNvSpPr/>
      </dsp:nvSpPr>
      <dsp:spPr>
        <a:xfrm>
          <a:off x="0" y="2096259"/>
          <a:ext cx="46709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B9A1897-066A-4648-A493-AFB3F79686A3}">
      <dsp:nvSpPr>
        <dsp:cNvPr id="0" name=""/>
        <dsp:cNvSpPr/>
      </dsp:nvSpPr>
      <dsp:spPr>
        <a:xfrm>
          <a:off x="0" y="2096260"/>
          <a:ext cx="4670937" cy="419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Mr. </a:t>
          </a:r>
          <a:r>
            <a:rPr lang="en-US" sz="1900" b="0" i="0" kern="1200" dirty="0"/>
            <a:t>Harsh Burman</a:t>
          </a:r>
          <a:endParaRPr lang="en-US" sz="1900" kern="1200" dirty="0"/>
        </a:p>
      </dsp:txBody>
      <dsp:txXfrm>
        <a:off x="0" y="2096260"/>
        <a:ext cx="4670937" cy="419149"/>
      </dsp:txXfrm>
    </dsp:sp>
    <dsp:sp modelId="{68BBCD5B-1AB3-477A-BC73-A08962E0A5C8}">
      <dsp:nvSpPr>
        <dsp:cNvPr id="0" name=""/>
        <dsp:cNvSpPr/>
      </dsp:nvSpPr>
      <dsp:spPr>
        <a:xfrm>
          <a:off x="0" y="2515409"/>
          <a:ext cx="46709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0FCDB59-83A3-4F74-8120-FDABF884D01F}">
      <dsp:nvSpPr>
        <dsp:cNvPr id="0" name=""/>
        <dsp:cNvSpPr/>
      </dsp:nvSpPr>
      <dsp:spPr>
        <a:xfrm>
          <a:off x="0" y="2515409"/>
          <a:ext cx="4670937" cy="419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Mr. </a:t>
          </a:r>
          <a:r>
            <a:rPr lang="en-US" sz="1900" b="0" i="0" kern="1200" dirty="0"/>
            <a:t>Ashutosh Garg</a:t>
          </a:r>
          <a:endParaRPr lang="en-US" sz="1900" kern="1200" dirty="0"/>
        </a:p>
      </dsp:txBody>
      <dsp:txXfrm>
        <a:off x="0" y="2515409"/>
        <a:ext cx="4670937" cy="419149"/>
      </dsp:txXfrm>
    </dsp:sp>
    <dsp:sp modelId="{9D95318D-E4B2-4FDE-80B0-29A64B71EEC4}">
      <dsp:nvSpPr>
        <dsp:cNvPr id="0" name=""/>
        <dsp:cNvSpPr/>
      </dsp:nvSpPr>
      <dsp:spPr>
        <a:xfrm>
          <a:off x="0" y="2934559"/>
          <a:ext cx="46709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4CA7C0E-6F9A-424A-B7D3-ABCFCED9B2AF}">
      <dsp:nvSpPr>
        <dsp:cNvPr id="0" name=""/>
        <dsp:cNvSpPr/>
      </dsp:nvSpPr>
      <dsp:spPr>
        <a:xfrm>
          <a:off x="0" y="2934559"/>
          <a:ext cx="4670937" cy="419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Mentors:</a:t>
          </a:r>
        </a:p>
      </dsp:txBody>
      <dsp:txXfrm>
        <a:off x="0" y="2934559"/>
        <a:ext cx="4670937" cy="419149"/>
      </dsp:txXfrm>
    </dsp:sp>
    <dsp:sp modelId="{987A1714-A2D1-4078-9043-583FC1458290}">
      <dsp:nvSpPr>
        <dsp:cNvPr id="0" name=""/>
        <dsp:cNvSpPr/>
      </dsp:nvSpPr>
      <dsp:spPr>
        <a:xfrm>
          <a:off x="0" y="3353708"/>
          <a:ext cx="46709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D7F96C7-F2F3-482E-BE0B-3A62CCFEBF89}">
      <dsp:nvSpPr>
        <dsp:cNvPr id="0" name=""/>
        <dsp:cNvSpPr/>
      </dsp:nvSpPr>
      <dsp:spPr>
        <a:xfrm>
          <a:off x="0" y="3353708"/>
          <a:ext cx="4670937" cy="419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Mr. Mahendra Singh</a:t>
          </a:r>
        </a:p>
      </dsp:txBody>
      <dsp:txXfrm>
        <a:off x="0" y="3353708"/>
        <a:ext cx="4670937" cy="419149"/>
      </dsp:txXfrm>
    </dsp:sp>
    <dsp:sp modelId="{FFC2A845-FAA6-4749-B6EF-53FD1D8AC113}">
      <dsp:nvSpPr>
        <dsp:cNvPr id="0" name=""/>
        <dsp:cNvSpPr/>
      </dsp:nvSpPr>
      <dsp:spPr>
        <a:xfrm>
          <a:off x="0" y="3772858"/>
          <a:ext cx="46709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A350375-4DE8-4AD4-BCC1-7CE3D72A6C70}">
      <dsp:nvSpPr>
        <dsp:cNvPr id="0" name=""/>
        <dsp:cNvSpPr/>
      </dsp:nvSpPr>
      <dsp:spPr>
        <a:xfrm>
          <a:off x="0" y="3772858"/>
          <a:ext cx="4670937" cy="419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Ms. Abirami R</a:t>
          </a:r>
        </a:p>
      </dsp:txBody>
      <dsp:txXfrm>
        <a:off x="0" y="3772858"/>
        <a:ext cx="4670937" cy="4191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16B2DC-A85F-4051-B32C-41F4DF6C1CA2}">
      <dsp:nvSpPr>
        <dsp:cNvPr id="0" name=""/>
        <dsp:cNvSpPr/>
      </dsp:nvSpPr>
      <dsp:spPr>
        <a:xfrm>
          <a:off x="840986" y="392674"/>
          <a:ext cx="702421" cy="7024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FC5A0-FF13-4B33-8878-BBCAE57F040C}">
      <dsp:nvSpPr>
        <dsp:cNvPr id="0" name=""/>
        <dsp:cNvSpPr/>
      </dsp:nvSpPr>
      <dsp:spPr>
        <a:xfrm>
          <a:off x="411728" y="1356176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Project Goal &amp; Insurance Analytics Introduction</a:t>
          </a:r>
        </a:p>
      </dsp:txBody>
      <dsp:txXfrm>
        <a:off x="411728" y="1356176"/>
        <a:ext cx="1560937" cy="624375"/>
      </dsp:txXfrm>
    </dsp:sp>
    <dsp:sp modelId="{7ADFEB68-A185-4D67-A1C3-CC82180A7151}">
      <dsp:nvSpPr>
        <dsp:cNvPr id="0" name=""/>
        <dsp:cNvSpPr/>
      </dsp:nvSpPr>
      <dsp:spPr>
        <a:xfrm>
          <a:off x="2675088" y="392674"/>
          <a:ext cx="702421" cy="7024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BD5039-6C15-49B8-A602-9B2E89341D7A}">
      <dsp:nvSpPr>
        <dsp:cNvPr id="0" name=""/>
        <dsp:cNvSpPr/>
      </dsp:nvSpPr>
      <dsp:spPr>
        <a:xfrm>
          <a:off x="2245830" y="1356176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Dataset Description</a:t>
          </a:r>
        </a:p>
      </dsp:txBody>
      <dsp:txXfrm>
        <a:off x="2245830" y="1356176"/>
        <a:ext cx="1560937" cy="624375"/>
      </dsp:txXfrm>
    </dsp:sp>
    <dsp:sp modelId="{24BB8A70-F0D7-49CA-BC0B-9AE6FF350DFE}">
      <dsp:nvSpPr>
        <dsp:cNvPr id="0" name=""/>
        <dsp:cNvSpPr/>
      </dsp:nvSpPr>
      <dsp:spPr>
        <a:xfrm>
          <a:off x="4509189" y="392674"/>
          <a:ext cx="702421" cy="7024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2086DC-13A1-4428-BADD-4AA77D2B70E4}">
      <dsp:nvSpPr>
        <dsp:cNvPr id="0" name=""/>
        <dsp:cNvSpPr/>
      </dsp:nvSpPr>
      <dsp:spPr>
        <a:xfrm>
          <a:off x="4079932" y="1356176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Data Schema</a:t>
          </a:r>
        </a:p>
      </dsp:txBody>
      <dsp:txXfrm>
        <a:off x="4079932" y="1356176"/>
        <a:ext cx="1560937" cy="624375"/>
      </dsp:txXfrm>
    </dsp:sp>
    <dsp:sp modelId="{30570C42-ECEA-4363-8B92-F467FCF41808}">
      <dsp:nvSpPr>
        <dsp:cNvPr id="0" name=""/>
        <dsp:cNvSpPr/>
      </dsp:nvSpPr>
      <dsp:spPr>
        <a:xfrm>
          <a:off x="6343291" y="392674"/>
          <a:ext cx="702421" cy="7024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28B00E-45C0-4A15-B194-30B8014B6B2B}">
      <dsp:nvSpPr>
        <dsp:cNvPr id="0" name=""/>
        <dsp:cNvSpPr/>
      </dsp:nvSpPr>
      <dsp:spPr>
        <a:xfrm>
          <a:off x="5914033" y="1356176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KPI Analysis</a:t>
          </a:r>
        </a:p>
      </dsp:txBody>
      <dsp:txXfrm>
        <a:off x="5914033" y="1356176"/>
        <a:ext cx="1560937" cy="624375"/>
      </dsp:txXfrm>
    </dsp:sp>
    <dsp:sp modelId="{F644CBF6-D057-4C6B-B8A6-E7F6304D5960}">
      <dsp:nvSpPr>
        <dsp:cNvPr id="0" name=""/>
        <dsp:cNvSpPr/>
      </dsp:nvSpPr>
      <dsp:spPr>
        <a:xfrm>
          <a:off x="1758037" y="2370786"/>
          <a:ext cx="702421" cy="70242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76938A-CE3A-4008-A7B9-59EE176AF13B}">
      <dsp:nvSpPr>
        <dsp:cNvPr id="0" name=""/>
        <dsp:cNvSpPr/>
      </dsp:nvSpPr>
      <dsp:spPr>
        <a:xfrm>
          <a:off x="1328779" y="3334288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Dashboard Design</a:t>
          </a:r>
        </a:p>
      </dsp:txBody>
      <dsp:txXfrm>
        <a:off x="1328779" y="3334288"/>
        <a:ext cx="1560937" cy="624375"/>
      </dsp:txXfrm>
    </dsp:sp>
    <dsp:sp modelId="{6E51DEA5-1970-46CA-879F-46833211DB35}">
      <dsp:nvSpPr>
        <dsp:cNvPr id="0" name=""/>
        <dsp:cNvSpPr/>
      </dsp:nvSpPr>
      <dsp:spPr>
        <a:xfrm>
          <a:off x="3592139" y="2370786"/>
          <a:ext cx="702421" cy="70242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1E44B1-C961-4046-9C0D-D3BB404AE296}">
      <dsp:nvSpPr>
        <dsp:cNvPr id="0" name=""/>
        <dsp:cNvSpPr/>
      </dsp:nvSpPr>
      <dsp:spPr>
        <a:xfrm>
          <a:off x="3162881" y="3334288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Recommendations</a:t>
          </a:r>
        </a:p>
      </dsp:txBody>
      <dsp:txXfrm>
        <a:off x="3162881" y="3334288"/>
        <a:ext cx="1560937" cy="624375"/>
      </dsp:txXfrm>
    </dsp:sp>
    <dsp:sp modelId="{7B298801-129B-49AE-9964-4FA1EB80588E}">
      <dsp:nvSpPr>
        <dsp:cNvPr id="0" name=""/>
        <dsp:cNvSpPr/>
      </dsp:nvSpPr>
      <dsp:spPr>
        <a:xfrm>
          <a:off x="5426240" y="2370786"/>
          <a:ext cx="702421" cy="70242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1303A2-1FD4-4561-9C15-C0358CCD1636}">
      <dsp:nvSpPr>
        <dsp:cNvPr id="0" name=""/>
        <dsp:cNvSpPr/>
      </dsp:nvSpPr>
      <dsp:spPr>
        <a:xfrm>
          <a:off x="4996982" y="3334288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Conclusion &amp; Closure</a:t>
          </a:r>
        </a:p>
      </dsp:txBody>
      <dsp:txXfrm>
        <a:off x="4996982" y="3334288"/>
        <a:ext cx="1560937" cy="6243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71AF94-DFD2-4BEF-B865-7497E59B8F93}">
      <dsp:nvSpPr>
        <dsp:cNvPr id="0" name=""/>
        <dsp:cNvSpPr/>
      </dsp:nvSpPr>
      <dsp:spPr>
        <a:xfrm>
          <a:off x="0" y="452"/>
          <a:ext cx="8229600" cy="6222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0291C8-D4DB-4890-BBF1-6F7EADDE2FE0}">
      <dsp:nvSpPr>
        <dsp:cNvPr id="0" name=""/>
        <dsp:cNvSpPr/>
      </dsp:nvSpPr>
      <dsp:spPr>
        <a:xfrm>
          <a:off x="188220" y="140451"/>
          <a:ext cx="342219" cy="3422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48385A-B6C2-4A5F-A813-B3811A568661}">
      <dsp:nvSpPr>
        <dsp:cNvPr id="0" name=""/>
        <dsp:cNvSpPr/>
      </dsp:nvSpPr>
      <dsp:spPr>
        <a:xfrm>
          <a:off x="718661" y="452"/>
          <a:ext cx="7510938" cy="622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51" tIns="65851" rIns="65851" bIns="6585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dataset includes critical information for analyzing insurance operations and performance. It consists of:</a:t>
          </a:r>
        </a:p>
      </dsp:txBody>
      <dsp:txXfrm>
        <a:off x="718661" y="452"/>
        <a:ext cx="7510938" cy="622217"/>
      </dsp:txXfrm>
    </dsp:sp>
    <dsp:sp modelId="{B142A7C0-EA6F-4E6A-A4D6-958F6C4E1798}">
      <dsp:nvSpPr>
        <dsp:cNvPr id="0" name=""/>
        <dsp:cNvSpPr/>
      </dsp:nvSpPr>
      <dsp:spPr>
        <a:xfrm>
          <a:off x="0" y="778224"/>
          <a:ext cx="8229600" cy="6222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2777C0-FF67-4B71-B879-E7117A69790D}">
      <dsp:nvSpPr>
        <dsp:cNvPr id="0" name=""/>
        <dsp:cNvSpPr/>
      </dsp:nvSpPr>
      <dsp:spPr>
        <a:xfrm>
          <a:off x="188220" y="918223"/>
          <a:ext cx="342219" cy="3422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A1611-285B-4AC1-A2BF-59805B11908D}">
      <dsp:nvSpPr>
        <dsp:cNvPr id="0" name=""/>
        <dsp:cNvSpPr/>
      </dsp:nvSpPr>
      <dsp:spPr>
        <a:xfrm>
          <a:off x="718661" y="778224"/>
          <a:ext cx="7510938" cy="622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51" tIns="65851" rIns="65851" bIns="6585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Brokerage: Information about client policies, including details about income generation and renewal tracking.</a:t>
          </a:r>
        </a:p>
      </dsp:txBody>
      <dsp:txXfrm>
        <a:off x="718661" y="778224"/>
        <a:ext cx="7510938" cy="622217"/>
      </dsp:txXfrm>
    </dsp:sp>
    <dsp:sp modelId="{AAA21680-D475-4682-B0A5-511B6A999671}">
      <dsp:nvSpPr>
        <dsp:cNvPr id="0" name=""/>
        <dsp:cNvSpPr/>
      </dsp:nvSpPr>
      <dsp:spPr>
        <a:xfrm>
          <a:off x="0" y="1555996"/>
          <a:ext cx="8229600" cy="6222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C912C5-7772-4331-A2FB-3CFDC06337D4}">
      <dsp:nvSpPr>
        <dsp:cNvPr id="0" name=""/>
        <dsp:cNvSpPr/>
      </dsp:nvSpPr>
      <dsp:spPr>
        <a:xfrm>
          <a:off x="188220" y="1695995"/>
          <a:ext cx="342219" cy="3422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4EAA1F-A464-4B25-ABC7-C47447692153}">
      <dsp:nvSpPr>
        <dsp:cNvPr id="0" name=""/>
        <dsp:cNvSpPr/>
      </dsp:nvSpPr>
      <dsp:spPr>
        <a:xfrm>
          <a:off x="718661" y="1555996"/>
          <a:ext cx="7510938" cy="622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51" tIns="65851" rIns="65851" bIns="6585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Fees: Data about all financial transactions associated with clients, segmented by transaction type and revenue source.</a:t>
          </a:r>
        </a:p>
      </dsp:txBody>
      <dsp:txXfrm>
        <a:off x="718661" y="1555996"/>
        <a:ext cx="7510938" cy="622217"/>
      </dsp:txXfrm>
    </dsp:sp>
    <dsp:sp modelId="{8D23787D-A0D0-4E77-A667-15B2371557FD}">
      <dsp:nvSpPr>
        <dsp:cNvPr id="0" name=""/>
        <dsp:cNvSpPr/>
      </dsp:nvSpPr>
      <dsp:spPr>
        <a:xfrm>
          <a:off x="0" y="2333768"/>
          <a:ext cx="8229600" cy="6222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AA91C-8A38-4961-B841-7706AFE80525}">
      <dsp:nvSpPr>
        <dsp:cNvPr id="0" name=""/>
        <dsp:cNvSpPr/>
      </dsp:nvSpPr>
      <dsp:spPr>
        <a:xfrm>
          <a:off x="188220" y="2473767"/>
          <a:ext cx="342219" cy="34221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F1813C-5946-4E99-9E5B-EA7389AE6486}">
      <dsp:nvSpPr>
        <dsp:cNvPr id="0" name=""/>
        <dsp:cNvSpPr/>
      </dsp:nvSpPr>
      <dsp:spPr>
        <a:xfrm>
          <a:off x="718661" y="2333768"/>
          <a:ext cx="7510938" cy="622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51" tIns="65851" rIns="65851" bIns="6585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Budget: Detailed insights into resource allocation across branches and employees, covering new initiatives and renewals.</a:t>
          </a:r>
        </a:p>
      </dsp:txBody>
      <dsp:txXfrm>
        <a:off x="718661" y="2333768"/>
        <a:ext cx="7510938" cy="622217"/>
      </dsp:txXfrm>
    </dsp:sp>
    <dsp:sp modelId="{14B9A0C5-08DE-4B8A-839E-A0D1C89048C4}">
      <dsp:nvSpPr>
        <dsp:cNvPr id="0" name=""/>
        <dsp:cNvSpPr/>
      </dsp:nvSpPr>
      <dsp:spPr>
        <a:xfrm>
          <a:off x="0" y="3111540"/>
          <a:ext cx="8229600" cy="6222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D687C5-F48A-4920-AF5B-C662CA906CF3}">
      <dsp:nvSpPr>
        <dsp:cNvPr id="0" name=""/>
        <dsp:cNvSpPr/>
      </dsp:nvSpPr>
      <dsp:spPr>
        <a:xfrm>
          <a:off x="188220" y="3251539"/>
          <a:ext cx="342219" cy="34221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472BCB-04AE-4A35-840E-FAEA62D1CA36}">
      <dsp:nvSpPr>
        <dsp:cNvPr id="0" name=""/>
        <dsp:cNvSpPr/>
      </dsp:nvSpPr>
      <dsp:spPr>
        <a:xfrm>
          <a:off x="718661" y="3111540"/>
          <a:ext cx="7510938" cy="622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51" tIns="65851" rIns="65851" bIns="6585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Invoice: A comprehensive record of invoices issued, linking transactions to specific clients for tracking.</a:t>
          </a:r>
        </a:p>
      </dsp:txBody>
      <dsp:txXfrm>
        <a:off x="718661" y="3111540"/>
        <a:ext cx="7510938" cy="622217"/>
      </dsp:txXfrm>
    </dsp:sp>
    <dsp:sp modelId="{ADD72214-BBED-447F-96A4-721C41546D5A}">
      <dsp:nvSpPr>
        <dsp:cNvPr id="0" name=""/>
        <dsp:cNvSpPr/>
      </dsp:nvSpPr>
      <dsp:spPr>
        <a:xfrm>
          <a:off x="0" y="3889313"/>
          <a:ext cx="8229600" cy="6222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EC2605-C197-4F24-AED4-5DA1DF983D2B}">
      <dsp:nvSpPr>
        <dsp:cNvPr id="0" name=""/>
        <dsp:cNvSpPr/>
      </dsp:nvSpPr>
      <dsp:spPr>
        <a:xfrm>
          <a:off x="188220" y="4029312"/>
          <a:ext cx="342219" cy="34221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2C4788-D3D2-44C0-9872-07B11D82BF84}">
      <dsp:nvSpPr>
        <dsp:cNvPr id="0" name=""/>
        <dsp:cNvSpPr/>
      </dsp:nvSpPr>
      <dsp:spPr>
        <a:xfrm>
          <a:off x="718661" y="3889313"/>
          <a:ext cx="7510938" cy="622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51" tIns="65851" rIns="65851" bIns="6585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Meeting: Logs of meetings managed by account executives, capturing branch associations and participants.</a:t>
          </a:r>
        </a:p>
      </dsp:txBody>
      <dsp:txXfrm>
        <a:off x="718661" y="3889313"/>
        <a:ext cx="7510938" cy="622217"/>
      </dsp:txXfrm>
    </dsp:sp>
    <dsp:sp modelId="{5BD73A35-C512-44B9-B6B5-E3FAD9B5A059}">
      <dsp:nvSpPr>
        <dsp:cNvPr id="0" name=""/>
        <dsp:cNvSpPr/>
      </dsp:nvSpPr>
      <dsp:spPr>
        <a:xfrm>
          <a:off x="0" y="4667085"/>
          <a:ext cx="8229600" cy="6222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092B17-4510-454D-A87A-3674A0A63386}">
      <dsp:nvSpPr>
        <dsp:cNvPr id="0" name=""/>
        <dsp:cNvSpPr/>
      </dsp:nvSpPr>
      <dsp:spPr>
        <a:xfrm>
          <a:off x="188220" y="4807084"/>
          <a:ext cx="342219" cy="34221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50A4EE-CD21-4346-81DC-0899E6A9B4E0}">
      <dsp:nvSpPr>
        <dsp:cNvPr id="0" name=""/>
        <dsp:cNvSpPr/>
      </dsp:nvSpPr>
      <dsp:spPr>
        <a:xfrm>
          <a:off x="718661" y="4667085"/>
          <a:ext cx="7510938" cy="622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51" tIns="65851" rIns="65851" bIns="6585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Opportunity: Data on revenue opportunities handled by executives, including risk assessments and progress stages.</a:t>
          </a:r>
        </a:p>
      </dsp:txBody>
      <dsp:txXfrm>
        <a:off x="718661" y="4667085"/>
        <a:ext cx="7510938" cy="6222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6111" y="798703"/>
            <a:ext cx="3915889" cy="3072015"/>
          </a:xfrm>
        </p:spPr>
        <p:txBody>
          <a:bodyPr anchor="b">
            <a:normAutofit/>
          </a:bodyPr>
          <a:lstStyle/>
          <a:p>
            <a:r>
              <a:rPr lang="en-US"/>
              <a:t>Insurance Analytics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2611" y="3962792"/>
            <a:ext cx="3915888" cy="2102108"/>
          </a:xfrm>
        </p:spPr>
        <p:txBody>
          <a:bodyPr anchor="t">
            <a:normAutofit/>
          </a:bodyPr>
          <a:lstStyle/>
          <a:p>
            <a:r>
              <a:rPr lang="en-US"/>
              <a:t>Project Code: P675 | Date: 26/10/2024</a:t>
            </a:r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3044" y="0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5502" y="1"/>
            <a:ext cx="866356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EC62F670-E070-DFC5-8022-A13896DF7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8432" y="1385212"/>
            <a:ext cx="3704628" cy="3704628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24194" y="2916245"/>
            <a:ext cx="119806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1330" y="5717906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5633" y="6258756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2865" y="5835650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7ADECE-746D-0010-787C-F3C7BDB10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br>
              <a:rPr lang="en-US" sz="3600" b="1" dirty="0"/>
            </a:br>
            <a:r>
              <a:rPr lang="en-US" sz="4000" b="1" dirty="0"/>
              <a:t>Introduction</a:t>
            </a:r>
            <a:br>
              <a:rPr lang="en-US" sz="3600" b="1" dirty="0"/>
            </a:br>
            <a:endParaRPr lang="en-IN" sz="2200" dirty="0"/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70635-D574-8D96-9E56-087F90C59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b="1" dirty="0"/>
              <a:t>Project Overview:</a:t>
            </a:r>
          </a:p>
          <a:p>
            <a:pPr marL="400050" lvl="1" indent="0">
              <a:buNone/>
            </a:pPr>
            <a:r>
              <a:rPr lang="en-US" sz="2000" dirty="0"/>
              <a:t>This project aims to analyze the insurance industry Data .This presentation provides an analysis of the branch's performance by Account Executives for different income classes. It includes a review of key metrics such as Cross sell, Renew and New, Invoice Details, financial performance and Opportunity by employees of Ahmedabad branch. </a:t>
            </a:r>
          </a:p>
          <a:p>
            <a:pPr marL="0" indent="0">
              <a:buNone/>
            </a:pPr>
            <a:r>
              <a:rPr lang="en-US" sz="2000" b="1" dirty="0"/>
              <a:t>Objectives:</a:t>
            </a:r>
            <a:endParaRPr lang="en-US" sz="2000" dirty="0"/>
          </a:p>
          <a:p>
            <a:pPr lvl="1" indent="-342900">
              <a:buFont typeface="+mj-lt"/>
              <a:buAutoNum type="arabicPeriod"/>
            </a:pPr>
            <a:r>
              <a:rPr lang="en-US" sz="2000" dirty="0"/>
              <a:t>Review the performance metrics.</a:t>
            </a:r>
          </a:p>
          <a:p>
            <a:pPr marL="400050" lvl="1" indent="0">
              <a:buAutoNum type="arabicPeriod"/>
            </a:pPr>
            <a:r>
              <a:rPr lang="en-US" sz="2000" dirty="0"/>
              <a:t>   Identify trends and anomalies.</a:t>
            </a:r>
          </a:p>
          <a:p>
            <a:pPr marL="400050" lvl="1" indent="0">
              <a:buAutoNum type="arabicPeriod"/>
            </a:pPr>
            <a:r>
              <a:rPr lang="en-US" sz="2000" dirty="0"/>
              <a:t>   Highlight areas of improvement and success.</a:t>
            </a:r>
          </a:p>
          <a:p>
            <a:pPr marL="400050" lvl="1" indent="0">
              <a:buAutoNum type="arabicPeriod"/>
            </a:pPr>
            <a:r>
              <a:rPr lang="en-US" sz="2000" dirty="0"/>
              <a:t>   Create Dashboard in Excel ,Power BI ,Tableau, SQL query for KPI’S .</a:t>
            </a:r>
          </a:p>
          <a:p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4290499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9352" y="5486400"/>
            <a:ext cx="2004648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1537" y="650160"/>
            <a:ext cx="2240924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79493"/>
            <a:ext cx="3943350" cy="1325563"/>
          </a:xfrm>
        </p:spPr>
        <p:txBody>
          <a:bodyPr>
            <a:normAutofit/>
          </a:bodyPr>
          <a:lstStyle/>
          <a:p>
            <a:r>
              <a:rPr lang="en-US"/>
              <a:t>Meet Our Team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E3D652-3F4C-F982-85F2-6C23BF37A5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6362826"/>
              </p:ext>
            </p:extLst>
          </p:nvPr>
        </p:nvGraphicFramePr>
        <p:xfrm>
          <a:off x="628649" y="1984443"/>
          <a:ext cx="4670937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6131316" y="457951"/>
            <a:ext cx="2240924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2D1B42-5CEB-E893-FCAB-5F8F0F3F30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95495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C7D64-1DE1-B5B6-243B-2ABE57BD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</a:rPr>
              <a:t>Dataset Description</a:t>
            </a:r>
            <a:br>
              <a:rPr lang="en-US" sz="4400" dirty="0">
                <a:latin typeface="+mn-lt"/>
              </a:rPr>
            </a:br>
            <a:endParaRPr lang="en-00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14246E-2E1C-A34B-3196-B5C3261E28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081548"/>
          <a:ext cx="8229600" cy="52897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6075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557686E-3BA7-2125-8568-F5910FA41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375" y="489508"/>
            <a:ext cx="4316172" cy="1667569"/>
          </a:xfrm>
        </p:spPr>
        <p:txBody>
          <a:bodyPr anchor="b">
            <a:normAutofit/>
          </a:bodyPr>
          <a:lstStyle/>
          <a:p>
            <a:r>
              <a:rPr lang="en-US" sz="3500">
                <a:latin typeface="Cambria" panose="02040503050406030204" pitchFamily="18" charset="0"/>
                <a:ea typeface="Cambria" panose="02040503050406030204" pitchFamily="18" charset="0"/>
              </a:rPr>
              <a:t>KPI Analysis</a:t>
            </a:r>
            <a:br>
              <a:rPr lang="en-US" sz="350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001" sz="3500"/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63E2AD95-5399-5972-33DE-637D8F32A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097" y="1759590"/>
            <a:ext cx="2907124" cy="290712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8942" y="1681316"/>
            <a:ext cx="4934606" cy="3922042"/>
          </a:xfrm>
        </p:spPr>
        <p:txBody>
          <a:bodyPr anchor="t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endParaRPr lang="en-US" sz="1300" dirty="0"/>
          </a:p>
          <a:p>
            <a:pPr>
              <a:lnSpc>
                <a:spcPct val="90000"/>
              </a:lnSpc>
            </a:pPr>
            <a:r>
              <a:rPr lang="en-US" sz="1800" dirty="0"/>
              <a:t>The project focuses on analyzing key performance indicators to monitor progress and identify actionable insights. These include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Number of invoices generated by each account executive, providing insights into workload distribution and efficiency.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Comparison of targets set versus achievements, highlighting performance gaps or successes.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Tracking the total number of annual meetings to gauge engagement efforts.</a:t>
            </a:r>
            <a:br>
              <a:rPr lang="en-US" sz="1800" dirty="0"/>
            </a:br>
            <a:r>
              <a:rPr lang="en-US" sz="1800" dirty="0"/>
              <a:t>Identification of the top open opportunities, assessing potential revenue sources and prioritizing them.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Metrics on cross sell, new policies, and renewal rates to measure growth and client retention.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04502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Dashboard Design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8992" y="1"/>
            <a:ext cx="866357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04502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200" dirty="0"/>
              <a:t>Tools Used: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MS Excel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Power BI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Tableau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MY SQL</a:t>
            </a:r>
          </a:p>
          <a:p>
            <a:pPr>
              <a:lnSpc>
                <a:spcPct val="90000"/>
              </a:lnSpc>
            </a:pPr>
            <a:endParaRPr lang="en-US" sz="2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/>
              <a:t>Features: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 Branch performance overview.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 Corporate vs. branch metrics.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Insights and action points.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6138" y="3423959"/>
            <a:ext cx="405617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E72459B9-4F09-3332-CAB4-34AACB57B9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5388" y="1689117"/>
            <a:ext cx="2835788" cy="2835788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2201" y="1"/>
            <a:ext cx="1550211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04058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5592435" y="5166682"/>
            <a:ext cx="1376793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7145" y="6033795"/>
            <a:ext cx="1493298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8772" y="5519196"/>
            <a:ext cx="1005228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9A1F4656-FFDA-4BA3-8516-90E58C01A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B018903-3549-4A3B-A9DF-B26757CAA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E5D3F77-D07F-4F7D-97A2-E36683020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C6F5A2D-56A0-4ED7-A3E2-3CF67608F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4C15F50-C30A-6F6F-BAB7-5CF17ED9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151" y="463782"/>
            <a:ext cx="3943349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Excel Dashboard</a:t>
            </a:r>
          </a:p>
        </p:txBody>
      </p:sp>
      <p:pic>
        <p:nvPicPr>
          <p:cNvPr id="5" name="Picture 4" descr="A screenshot of a computer dashboard&#10;&#10;Description automatically generated">
            <a:extLst>
              <a:ext uri="{FF2B5EF4-FFF2-40B4-BE49-F238E27FC236}">
                <a16:creationId xmlns:a16="http://schemas.microsoft.com/office/drawing/2014/main" id="{9BCACFC9-14C4-F69B-B83E-59CA05502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45" y="1184256"/>
            <a:ext cx="8837203" cy="5442685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85404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DA4E6-2BB8-1023-F9DA-E4DE1EEA6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06" y="289222"/>
            <a:ext cx="7900987" cy="5329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Tableau Dashboard</a:t>
            </a:r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CE5BF96C-A3EC-CF6E-3765-91E9D24F4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" y="1155116"/>
            <a:ext cx="8898194" cy="541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70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F4314-955E-FDDF-C0CC-0F98CAC42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1" y="735188"/>
            <a:ext cx="8182230" cy="659415"/>
          </a:xfr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Power BI Dashboard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9A101588-F449-D0EC-AB89-DBCAE1F7F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94" y="1751742"/>
            <a:ext cx="8536541" cy="492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754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6628CE-5B60-F2A5-B320-E01C095B8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7189"/>
            <a:ext cx="7886700" cy="20570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SQL Queries</a:t>
            </a:r>
          </a:p>
        </p:txBody>
      </p:sp>
      <p:pic>
        <p:nvPicPr>
          <p:cNvPr id="5" name="Picture 4" descr="WhatsApp Image 2024-08-27 at 12.55.00 AM (1)"/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74" y="2300749"/>
            <a:ext cx="3512026" cy="3267964"/>
          </a:xfrm>
          <a:prstGeom prst="rect">
            <a:avLst/>
          </a:prstGeom>
        </p:spPr>
      </p:pic>
      <p:pic>
        <p:nvPicPr>
          <p:cNvPr id="4" name="Content Placeholder 3" descr="WhatsApp Image 2024-08-27 at 12.55.00 AM"/>
          <p:cNvPicPr>
            <a:picLocks noGrp="1" noChangeAspect="1"/>
          </p:cNvPicPr>
          <p:nvPr isPhoto="1"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666" y="2300749"/>
            <a:ext cx="3441288" cy="3161157"/>
          </a:xfrm>
          <a:prstGeom prst="rect">
            <a:avLst/>
          </a:prstGeom>
        </p:spPr>
      </p:pic>
      <p:pic>
        <p:nvPicPr>
          <p:cNvPr id="3" name="Picture 2" descr="WhatsApp Image 2024-08-27 at 12.55.09 AM">
            <a:extLst>
              <a:ext uri="{FF2B5EF4-FFF2-40B4-BE49-F238E27FC236}">
                <a16:creationId xmlns:a16="http://schemas.microsoft.com/office/drawing/2014/main" id="{08D1F10C-E268-6043-3996-24670CD97AE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324" y="2300749"/>
            <a:ext cx="2798332" cy="307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745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210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200" dirty="0"/>
              <a:t>1. Enhance Customer Service: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AI driven chatbots for 24/7 support.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Staff training on engagement.</a:t>
            </a:r>
          </a:p>
          <a:p>
            <a:pPr>
              <a:lnSpc>
                <a:spcPct val="90000"/>
              </a:lnSpc>
            </a:pPr>
            <a:endParaRPr lang="en-US" sz="2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/>
              <a:t>2. Expand Product Offerings: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 New products for emerging markets.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 Bundled insurance packages.</a:t>
            </a:r>
          </a:p>
          <a:p>
            <a:pPr>
              <a:lnSpc>
                <a:spcPct val="90000"/>
              </a:lnSpc>
            </a:pPr>
            <a:endParaRPr lang="en-US" sz="2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/>
              <a:t>3. Increase Sales and Retention: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Personalized marketing campaigns.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Loyalty rewards for customers.</a:t>
            </a:r>
          </a:p>
          <a:p>
            <a:pPr>
              <a:lnSpc>
                <a:spcPct val="90000"/>
              </a:lnSpc>
            </a:pPr>
            <a:endParaRPr lang="en-US" sz="2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/>
              <a:t>4. Employee Engagement: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Positive work environment.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Recognition programs.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221" y="479493"/>
            <a:ext cx="4094129" cy="1325563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5690A321-17F5-6C4A-5C11-C866545D0C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43" r="43006" b="-2"/>
          <a:stretch/>
        </p:blipFill>
        <p:spPr>
          <a:xfrm>
            <a:off x="527386" y="659874"/>
            <a:ext cx="3583036" cy="536850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1221" y="1984443"/>
            <a:ext cx="4094129" cy="4192520"/>
          </a:xfrm>
        </p:spPr>
        <p:txBody>
          <a:bodyPr>
            <a:normAutofit/>
          </a:bodyPr>
          <a:lstStyle/>
          <a:p>
            <a:r>
              <a:rPr lang="en-US" sz="2400" dirty="0"/>
              <a:t> Steady growth in new policies (Profit Margin: 17.95%).</a:t>
            </a:r>
          </a:p>
          <a:p>
            <a:r>
              <a:rPr lang="en-US" sz="2400" dirty="0"/>
              <a:t>Exceptional performance in renewals (Profit Margin: 150.23%).</a:t>
            </a:r>
          </a:p>
          <a:p>
            <a:r>
              <a:rPr lang="en-US" sz="2400" dirty="0"/>
              <a:t> Continue leveraging AI, market research, and employee engagement.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530</Words>
  <Application>Microsoft Office PowerPoint</Application>
  <PresentationFormat>On-screen Show (4:3)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Insurance Analytics Project</vt:lpstr>
      <vt:lpstr> Introduction </vt:lpstr>
      <vt:lpstr>Meet Our Team</vt:lpstr>
      <vt:lpstr>Agenda</vt:lpstr>
      <vt:lpstr>Dataset Description </vt:lpstr>
      <vt:lpstr>KPI Analysis </vt:lpstr>
      <vt:lpstr>Dashboard Design</vt:lpstr>
      <vt:lpstr>Excel Dashboard</vt:lpstr>
      <vt:lpstr>Tableau Dashboard</vt:lpstr>
      <vt:lpstr>Power BI Dashboard</vt:lpstr>
      <vt:lpstr>SQL Queries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Burman</cp:lastModifiedBy>
  <cp:revision>7</cp:revision>
  <dcterms:created xsi:type="dcterms:W3CDTF">2013-01-27T09:14:16Z</dcterms:created>
  <dcterms:modified xsi:type="dcterms:W3CDTF">2024-11-22T13:43:51Z</dcterms:modified>
  <cp:category/>
</cp:coreProperties>
</file>